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77" r:id="rId4"/>
    <p:sldId id="268" r:id="rId5"/>
    <p:sldId id="269" r:id="rId6"/>
    <p:sldId id="270" r:id="rId7"/>
    <p:sldId id="257" r:id="rId8"/>
    <p:sldId id="258" r:id="rId9"/>
    <p:sldId id="264" r:id="rId10"/>
    <p:sldId id="265" r:id="rId11"/>
    <p:sldId id="266" r:id="rId12"/>
    <p:sldId id="259" r:id="rId13"/>
    <p:sldId id="260" r:id="rId14"/>
    <p:sldId id="279" r:id="rId15"/>
    <p:sldId id="280" r:id="rId16"/>
    <p:sldId id="261" r:id="rId17"/>
    <p:sldId id="262" r:id="rId18"/>
    <p:sldId id="267" r:id="rId19"/>
    <p:sldId id="263" r:id="rId20"/>
    <p:sldId id="271" r:id="rId21"/>
    <p:sldId id="274" r:id="rId22"/>
    <p:sldId id="272" r:id="rId23"/>
    <p:sldId id="273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EB011-DA89-CEED-3E1A-278377C9DF71}" v="29" dt="2026-03-17T19:18:35.428"/>
    <p1510:client id="{B947E39B-4E10-36F7-2A0A-A440A084945F}" v="7" dt="2026-03-17T19:15:59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ł Ryske" userId="f385a3dfc37361c0" providerId="LiveId" clId="{92F8DB0E-39AF-47B7-AF37-9A65A24A975C}"/>
    <pc:docChg chg="undo custSel addSld modSld modMainMaster">
      <pc:chgData name="Rafał Ryske" userId="f385a3dfc37361c0" providerId="LiveId" clId="{92F8DB0E-39AF-47B7-AF37-9A65A24A975C}" dt="2026-03-17T20:14:12.608" v="3951" actId="1076"/>
      <pc:docMkLst>
        <pc:docMk/>
      </pc:docMkLst>
      <pc:sldChg chg="modSp mod setBg">
        <pc:chgData name="Rafał Ryske" userId="f385a3dfc37361c0" providerId="LiveId" clId="{92F8DB0E-39AF-47B7-AF37-9A65A24A975C}" dt="2026-03-17T19:25:06.661" v="3141"/>
        <pc:sldMkLst>
          <pc:docMk/>
          <pc:sldMk cId="650317164" sldId="256"/>
        </pc:sldMkLst>
        <pc:spChg chg="mod">
          <ac:chgData name="Rafał Ryske" userId="f385a3dfc37361c0" providerId="LiveId" clId="{92F8DB0E-39AF-47B7-AF37-9A65A24A975C}" dt="2026-03-17T19:22:08.999" v="3130" actId="1076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Rafał Ryske" userId="f385a3dfc37361c0" providerId="LiveId" clId="{92F8DB0E-39AF-47B7-AF37-9A65A24A975C}" dt="2026-03-06T12:10:26.707" v="32" actId="20577"/>
          <ac:spMkLst>
            <pc:docMk/>
            <pc:sldMk cId="650317164" sldId="256"/>
            <ac:spMk id="3" creationId="{00000000-0000-0000-0000-000000000000}"/>
          </ac:spMkLst>
        </pc:spChg>
      </pc:sldChg>
      <pc:sldChg chg="addSp delSp modSp new mod setBg">
        <pc:chgData name="Rafał Ryske" userId="f385a3dfc37361c0" providerId="LiveId" clId="{92F8DB0E-39AF-47B7-AF37-9A65A24A975C}" dt="2026-03-17T19:26:22.923" v="3280"/>
        <pc:sldMkLst>
          <pc:docMk/>
          <pc:sldMk cId="2286412404" sldId="257"/>
        </pc:sldMkLst>
        <pc:spChg chg="mod">
          <ac:chgData name="Rafał Ryske" userId="f385a3dfc37361c0" providerId="LiveId" clId="{92F8DB0E-39AF-47B7-AF37-9A65A24A975C}" dt="2026-03-06T12:11:34.885" v="94" actId="313"/>
          <ac:spMkLst>
            <pc:docMk/>
            <pc:sldMk cId="2286412404" sldId="257"/>
            <ac:spMk id="2" creationId="{F19DF2FC-42E4-31A9-8E27-20EFA0D04205}"/>
          </ac:spMkLst>
        </pc:spChg>
        <pc:spChg chg="add del mod">
          <ac:chgData name="Rafał Ryske" userId="f385a3dfc37361c0" providerId="LiveId" clId="{92F8DB0E-39AF-47B7-AF37-9A65A24A975C}" dt="2026-03-06T12:17:20.252" v="327" actId="20577"/>
          <ac:spMkLst>
            <pc:docMk/>
            <pc:sldMk cId="2286412404" sldId="257"/>
            <ac:spMk id="3" creationId="{FB7F9678-F07D-5C97-F442-FDF3A565B2BC}"/>
          </ac:spMkLst>
        </pc:spChg>
      </pc:sldChg>
      <pc:sldChg chg="addSp modSp new mod setBg">
        <pc:chgData name="Rafał Ryske" userId="f385a3dfc37361c0" providerId="LiveId" clId="{92F8DB0E-39AF-47B7-AF37-9A65A24A975C}" dt="2026-03-17T19:26:27.268" v="3281"/>
        <pc:sldMkLst>
          <pc:docMk/>
          <pc:sldMk cId="1006345971" sldId="258"/>
        </pc:sldMkLst>
        <pc:spChg chg="mod">
          <ac:chgData name="Rafał Ryske" userId="f385a3dfc37361c0" providerId="LiveId" clId="{92F8DB0E-39AF-47B7-AF37-9A65A24A975C}" dt="2026-03-06T12:17:56.050" v="383" actId="20577"/>
          <ac:spMkLst>
            <pc:docMk/>
            <pc:sldMk cId="1006345971" sldId="258"/>
            <ac:spMk id="2" creationId="{1909EE2E-4C05-29EF-EB8E-C2975A1BA499}"/>
          </ac:spMkLst>
        </pc:spChg>
        <pc:spChg chg="mod">
          <ac:chgData name="Rafał Ryske" userId="f385a3dfc37361c0" providerId="LiveId" clId="{92F8DB0E-39AF-47B7-AF37-9A65A24A975C}" dt="2026-03-06T12:22:07.277" v="522" actId="14100"/>
          <ac:spMkLst>
            <pc:docMk/>
            <pc:sldMk cId="1006345971" sldId="258"/>
            <ac:spMk id="3" creationId="{59127C17-8340-0F30-EABB-1DFFEBE1B520}"/>
          </ac:spMkLst>
        </pc:spChg>
      </pc:sldChg>
      <pc:sldChg chg="modSp new mod setBg">
        <pc:chgData name="Rafał Ryske" userId="f385a3dfc37361c0" providerId="LiveId" clId="{92F8DB0E-39AF-47B7-AF37-9A65A24A975C}" dt="2026-03-17T19:26:37.987" v="3285"/>
        <pc:sldMkLst>
          <pc:docMk/>
          <pc:sldMk cId="2663852853" sldId="259"/>
        </pc:sldMkLst>
        <pc:spChg chg="mod">
          <ac:chgData name="Rafał Ryske" userId="f385a3dfc37361c0" providerId="LiveId" clId="{92F8DB0E-39AF-47B7-AF37-9A65A24A975C}" dt="2026-03-06T12:37:51.153" v="1102" actId="20577"/>
          <ac:spMkLst>
            <pc:docMk/>
            <pc:sldMk cId="2663852853" sldId="259"/>
            <ac:spMk id="2" creationId="{454153BD-7F50-7DA9-27AF-5FD2E182F837}"/>
          </ac:spMkLst>
        </pc:spChg>
        <pc:spChg chg="mod">
          <ac:chgData name="Rafał Ryske" userId="f385a3dfc37361c0" providerId="LiveId" clId="{92F8DB0E-39AF-47B7-AF37-9A65A24A975C}" dt="2026-03-06T12:35:20.380" v="1070" actId="20577"/>
          <ac:spMkLst>
            <pc:docMk/>
            <pc:sldMk cId="2663852853" sldId="259"/>
            <ac:spMk id="3" creationId="{85522CD3-AC25-861E-8BDA-10EB26E4360A}"/>
          </ac:spMkLst>
        </pc:spChg>
      </pc:sldChg>
      <pc:sldChg chg="modSp new mod setBg">
        <pc:chgData name="Rafał Ryske" userId="f385a3dfc37361c0" providerId="LiveId" clId="{92F8DB0E-39AF-47B7-AF37-9A65A24A975C}" dt="2026-03-17T19:26:40.612" v="3286"/>
        <pc:sldMkLst>
          <pc:docMk/>
          <pc:sldMk cId="3554718422" sldId="260"/>
        </pc:sldMkLst>
        <pc:spChg chg="mod">
          <ac:chgData name="Rafał Ryske" userId="f385a3dfc37361c0" providerId="LiveId" clId="{92F8DB0E-39AF-47B7-AF37-9A65A24A975C}" dt="2026-03-06T12:37:57.289" v="1112" actId="20577"/>
          <ac:spMkLst>
            <pc:docMk/>
            <pc:sldMk cId="3554718422" sldId="260"/>
            <ac:spMk id="2" creationId="{00BD2721-E9D6-7CE9-1CFD-7EFE9743B344}"/>
          </ac:spMkLst>
        </pc:spChg>
        <pc:spChg chg="mod">
          <ac:chgData name="Rafał Ryske" userId="f385a3dfc37361c0" providerId="LiveId" clId="{92F8DB0E-39AF-47B7-AF37-9A65A24A975C}" dt="2026-03-06T12:44:56.323" v="1503" actId="20577"/>
          <ac:spMkLst>
            <pc:docMk/>
            <pc:sldMk cId="3554718422" sldId="260"/>
            <ac:spMk id="3" creationId="{42592E11-A1A2-3452-523F-133E6F1997D9}"/>
          </ac:spMkLst>
        </pc:spChg>
      </pc:sldChg>
      <pc:sldChg chg="modSp new mod setBg">
        <pc:chgData name="Rafał Ryske" userId="f385a3dfc37361c0" providerId="LiveId" clId="{92F8DB0E-39AF-47B7-AF37-9A65A24A975C}" dt="2026-03-17T19:26:42.883" v="3287"/>
        <pc:sldMkLst>
          <pc:docMk/>
          <pc:sldMk cId="2987506698" sldId="261"/>
        </pc:sldMkLst>
        <pc:spChg chg="mod">
          <ac:chgData name="Rafał Ryske" userId="f385a3dfc37361c0" providerId="LiveId" clId="{92F8DB0E-39AF-47B7-AF37-9A65A24A975C}" dt="2026-03-06T12:45:44.251" v="1526" actId="20577"/>
          <ac:spMkLst>
            <pc:docMk/>
            <pc:sldMk cId="2987506698" sldId="261"/>
            <ac:spMk id="2" creationId="{A375C881-5325-6C3A-62C8-18717561E0CD}"/>
          </ac:spMkLst>
        </pc:spChg>
        <pc:spChg chg="mod">
          <ac:chgData name="Rafał Ryske" userId="f385a3dfc37361c0" providerId="LiveId" clId="{92F8DB0E-39AF-47B7-AF37-9A65A24A975C}" dt="2026-03-06T12:50:35.536" v="2057" actId="20577"/>
          <ac:spMkLst>
            <pc:docMk/>
            <pc:sldMk cId="2987506698" sldId="261"/>
            <ac:spMk id="3" creationId="{29FC291E-DFCB-0ECF-4E2A-139626760D4B}"/>
          </ac:spMkLst>
        </pc:spChg>
      </pc:sldChg>
      <pc:sldChg chg="modSp new mod setBg">
        <pc:chgData name="Rafał Ryske" userId="f385a3dfc37361c0" providerId="LiveId" clId="{92F8DB0E-39AF-47B7-AF37-9A65A24A975C}" dt="2026-03-17T19:26:44.972" v="3288"/>
        <pc:sldMkLst>
          <pc:docMk/>
          <pc:sldMk cId="1119452583" sldId="262"/>
        </pc:sldMkLst>
        <pc:spChg chg="mod">
          <ac:chgData name="Rafał Ryske" userId="f385a3dfc37361c0" providerId="LiveId" clId="{92F8DB0E-39AF-47B7-AF37-9A65A24A975C}" dt="2026-03-06T12:51:24.353" v="2092" actId="20577"/>
          <ac:spMkLst>
            <pc:docMk/>
            <pc:sldMk cId="1119452583" sldId="262"/>
            <ac:spMk id="2" creationId="{B9633B22-5DE5-842C-F44D-79F65209FB97}"/>
          </ac:spMkLst>
        </pc:spChg>
        <pc:spChg chg="mod">
          <ac:chgData name="Rafał Ryske" userId="f385a3dfc37361c0" providerId="LiveId" clId="{92F8DB0E-39AF-47B7-AF37-9A65A24A975C}" dt="2026-03-06T12:52:31.895" v="2106" actId="20577"/>
          <ac:spMkLst>
            <pc:docMk/>
            <pc:sldMk cId="1119452583" sldId="262"/>
            <ac:spMk id="3" creationId="{701C32CD-BC1E-0FF9-2DFB-14E19423DC45}"/>
          </ac:spMkLst>
        </pc:spChg>
      </pc:sldChg>
      <pc:sldChg chg="modSp new mod setBg">
        <pc:chgData name="Rafał Ryske" userId="f385a3dfc37361c0" providerId="LiveId" clId="{92F8DB0E-39AF-47B7-AF37-9A65A24A975C}" dt="2026-03-17T19:26:50.156" v="3290"/>
        <pc:sldMkLst>
          <pc:docMk/>
          <pc:sldMk cId="4109186584" sldId="263"/>
        </pc:sldMkLst>
        <pc:spChg chg="mod">
          <ac:chgData name="Rafał Ryske" userId="f385a3dfc37361c0" providerId="LiveId" clId="{92F8DB0E-39AF-47B7-AF37-9A65A24A975C}" dt="2026-03-06T12:53:22.048" v="2157" actId="20577"/>
          <ac:spMkLst>
            <pc:docMk/>
            <pc:sldMk cId="4109186584" sldId="263"/>
            <ac:spMk id="2" creationId="{05504AC2-47D0-BEC9-DB35-B6A0D4163E0D}"/>
          </ac:spMkLst>
        </pc:spChg>
      </pc:sldChg>
      <pc:sldChg chg="modSp new mod setBg">
        <pc:chgData name="Rafał Ryske" userId="f385a3dfc37361c0" providerId="LiveId" clId="{92F8DB0E-39AF-47B7-AF37-9A65A24A975C}" dt="2026-03-17T19:26:30.924" v="3282"/>
        <pc:sldMkLst>
          <pc:docMk/>
          <pc:sldMk cId="4279417848" sldId="264"/>
        </pc:sldMkLst>
        <pc:spChg chg="mod">
          <ac:chgData name="Rafał Ryske" userId="f385a3dfc37361c0" providerId="LiveId" clId="{92F8DB0E-39AF-47B7-AF37-9A65A24A975C}" dt="2026-03-06T12:55:10.651" v="2203" actId="20577"/>
          <ac:spMkLst>
            <pc:docMk/>
            <pc:sldMk cId="4279417848" sldId="264"/>
            <ac:spMk id="2" creationId="{5300D4B8-DF24-9DDD-D6CC-D479E454C559}"/>
          </ac:spMkLst>
        </pc:spChg>
        <pc:spChg chg="mod">
          <ac:chgData name="Rafał Ryske" userId="f385a3dfc37361c0" providerId="LiveId" clId="{92F8DB0E-39AF-47B7-AF37-9A65A24A975C}" dt="2026-03-06T13:03:03.620" v="2743" actId="20577"/>
          <ac:spMkLst>
            <pc:docMk/>
            <pc:sldMk cId="4279417848" sldId="264"/>
            <ac:spMk id="3" creationId="{9A2B0E69-FB85-DBB7-BC6E-C3CF9E40B44A}"/>
          </ac:spMkLst>
        </pc:spChg>
      </pc:sldChg>
      <pc:sldChg chg="addSp delSp modSp new mod setBg">
        <pc:chgData name="Rafał Ryske" userId="f385a3dfc37361c0" providerId="LiveId" clId="{92F8DB0E-39AF-47B7-AF37-9A65A24A975C}" dt="2026-03-17T19:34:34.116" v="3306" actId="1076"/>
        <pc:sldMkLst>
          <pc:docMk/>
          <pc:sldMk cId="1269615627" sldId="265"/>
        </pc:sldMkLst>
        <pc:spChg chg="mod">
          <ac:chgData name="Rafał Ryske" userId="f385a3dfc37361c0" providerId="LiveId" clId="{92F8DB0E-39AF-47B7-AF37-9A65A24A975C}" dt="2026-03-06T13:01:30.421" v="2615" actId="20577"/>
          <ac:spMkLst>
            <pc:docMk/>
            <pc:sldMk cId="1269615627" sldId="265"/>
            <ac:spMk id="2" creationId="{BDB7C731-F625-BF0D-B83C-70E8B00A5A4C}"/>
          </ac:spMkLst>
        </pc:spChg>
        <pc:spChg chg="mod">
          <ac:chgData name="Rafał Ryske" userId="f385a3dfc37361c0" providerId="LiveId" clId="{92F8DB0E-39AF-47B7-AF37-9A65A24A975C}" dt="2026-03-17T19:34:28.965" v="3305" actId="1076"/>
          <ac:spMkLst>
            <pc:docMk/>
            <pc:sldMk cId="1269615627" sldId="265"/>
            <ac:spMk id="3" creationId="{E4FE0261-A7E8-B429-BCB1-DBDF020AA954}"/>
          </ac:spMkLst>
        </pc:spChg>
        <pc:picChg chg="add del mod">
          <ac:chgData name="Rafał Ryske" userId="f385a3dfc37361c0" providerId="LiveId" clId="{92F8DB0E-39AF-47B7-AF37-9A65A24A975C}" dt="2026-03-17T19:33:26.959" v="3300" actId="22"/>
          <ac:picMkLst>
            <pc:docMk/>
            <pc:sldMk cId="1269615627" sldId="265"/>
            <ac:picMk id="5" creationId="{817A9AF0-8BDC-EA6D-96C8-4073C2CCA1C7}"/>
          </ac:picMkLst>
        </pc:picChg>
        <pc:picChg chg="add mod">
          <ac:chgData name="Rafał Ryske" userId="f385a3dfc37361c0" providerId="LiveId" clId="{92F8DB0E-39AF-47B7-AF37-9A65A24A975C}" dt="2026-03-17T19:34:34.116" v="3306" actId="1076"/>
          <ac:picMkLst>
            <pc:docMk/>
            <pc:sldMk cId="1269615627" sldId="265"/>
            <ac:picMk id="7" creationId="{F2D8AA43-C04E-5100-D556-12850B348872}"/>
          </ac:picMkLst>
        </pc:picChg>
      </pc:sldChg>
      <pc:sldChg chg="addSp modSp new mod setBg">
        <pc:chgData name="Rafał Ryske" userId="f385a3dfc37361c0" providerId="LiveId" clId="{92F8DB0E-39AF-47B7-AF37-9A65A24A975C}" dt="2026-03-17T19:41:38.797" v="3338" actId="1076"/>
        <pc:sldMkLst>
          <pc:docMk/>
          <pc:sldMk cId="4183252254" sldId="266"/>
        </pc:sldMkLst>
        <pc:spChg chg="mod">
          <ac:chgData name="Rafał Ryske" userId="f385a3dfc37361c0" providerId="LiveId" clId="{92F8DB0E-39AF-47B7-AF37-9A65A24A975C}" dt="2026-03-06T13:03:31.885" v="2760" actId="20577"/>
          <ac:spMkLst>
            <pc:docMk/>
            <pc:sldMk cId="4183252254" sldId="266"/>
            <ac:spMk id="2" creationId="{23419949-CE83-41B0-BFDC-8CCFA6A49A18}"/>
          </ac:spMkLst>
        </pc:spChg>
        <pc:spChg chg="mod">
          <ac:chgData name="Rafał Ryske" userId="f385a3dfc37361c0" providerId="LiveId" clId="{92F8DB0E-39AF-47B7-AF37-9A65A24A975C}" dt="2026-03-17T19:41:36.277" v="3337" actId="1076"/>
          <ac:spMkLst>
            <pc:docMk/>
            <pc:sldMk cId="4183252254" sldId="266"/>
            <ac:spMk id="3" creationId="{48FF952A-D6FC-02A8-5CC9-CFF327522CC2}"/>
          </ac:spMkLst>
        </pc:spChg>
        <pc:picChg chg="add mod">
          <ac:chgData name="Rafał Ryske" userId="f385a3dfc37361c0" providerId="LiveId" clId="{92F8DB0E-39AF-47B7-AF37-9A65A24A975C}" dt="2026-03-17T19:41:38.797" v="3338" actId="1076"/>
          <ac:picMkLst>
            <pc:docMk/>
            <pc:sldMk cId="4183252254" sldId="266"/>
            <ac:picMk id="5" creationId="{088875DD-9781-6DBE-D7B9-26B1D8AFC185}"/>
          </ac:picMkLst>
        </pc:picChg>
      </pc:sldChg>
      <pc:sldChg chg="modSp mod setBg">
        <pc:chgData name="Rafał Ryske" userId="f385a3dfc37361c0" providerId="LiveId" clId="{92F8DB0E-39AF-47B7-AF37-9A65A24A975C}" dt="2026-03-17T19:26:47.395" v="3289"/>
        <pc:sldMkLst>
          <pc:docMk/>
          <pc:sldMk cId="753625196" sldId="267"/>
        </pc:sldMkLst>
        <pc:graphicFrameChg chg="mod">
          <ac:chgData name="Rafał Ryske" userId="f385a3dfc37361c0" providerId="LiveId" clId="{92F8DB0E-39AF-47B7-AF37-9A65A24A975C}" dt="2026-03-17T19:23:24.509" v="3139" actId="1076"/>
          <ac:graphicFrameMkLst>
            <pc:docMk/>
            <pc:sldMk cId="753625196" sldId="267"/>
            <ac:graphicFrameMk id="5" creationId="{E78691A8-19A1-8386-AF4E-051F1131B15B}"/>
          </ac:graphicFrameMkLst>
        </pc:graphicFrameChg>
      </pc:sldChg>
      <pc:sldChg chg="setBg">
        <pc:chgData name="Rafał Ryske" userId="f385a3dfc37361c0" providerId="LiveId" clId="{92F8DB0E-39AF-47B7-AF37-9A65A24A975C}" dt="2026-03-17T19:26:05.716" v="3278"/>
        <pc:sldMkLst>
          <pc:docMk/>
          <pc:sldMk cId="739348141" sldId="268"/>
        </pc:sldMkLst>
      </pc:sldChg>
      <pc:sldChg chg="setBg">
        <pc:chgData name="Rafał Ryske" userId="f385a3dfc37361c0" providerId="LiveId" clId="{92F8DB0E-39AF-47B7-AF37-9A65A24A975C}" dt="2026-03-17T19:27:13.428" v="3296"/>
        <pc:sldMkLst>
          <pc:docMk/>
          <pc:sldMk cId="2265599012" sldId="269"/>
        </pc:sldMkLst>
      </pc:sldChg>
      <pc:sldChg chg="setBg">
        <pc:chgData name="Rafał Ryske" userId="f385a3dfc37361c0" providerId="LiveId" clId="{92F8DB0E-39AF-47B7-AF37-9A65A24A975C}" dt="2026-03-17T19:26:19.108" v="3279"/>
        <pc:sldMkLst>
          <pc:docMk/>
          <pc:sldMk cId="320757033" sldId="270"/>
        </pc:sldMkLst>
      </pc:sldChg>
      <pc:sldChg chg="modSp mod setBg">
        <pc:chgData name="Rafał Ryske" userId="f385a3dfc37361c0" providerId="LiveId" clId="{92F8DB0E-39AF-47B7-AF37-9A65A24A975C}" dt="2026-03-17T19:26:52.139" v="3291"/>
        <pc:sldMkLst>
          <pc:docMk/>
          <pc:sldMk cId="2823172259" sldId="271"/>
        </pc:sldMkLst>
        <pc:graphicFrameChg chg="modGraphic">
          <ac:chgData name="Rafał Ryske" userId="f385a3dfc37361c0" providerId="LiveId" clId="{92F8DB0E-39AF-47B7-AF37-9A65A24A975C}" dt="2026-03-17T19:22:38.872" v="3132" actId="122"/>
          <ac:graphicFrameMkLst>
            <pc:docMk/>
            <pc:sldMk cId="2823172259" sldId="271"/>
            <ac:graphicFrameMk id="5" creationId="{16D308E9-908A-BCDD-0054-B9670CE3C5A6}"/>
          </ac:graphicFrameMkLst>
        </pc:graphicFrameChg>
        <pc:graphicFrameChg chg="modGraphic">
          <ac:chgData name="Rafał Ryske" userId="f385a3dfc37361c0" providerId="LiveId" clId="{92F8DB0E-39AF-47B7-AF37-9A65A24A975C}" dt="2026-03-17T19:22:45.976" v="3133" actId="122"/>
          <ac:graphicFrameMkLst>
            <pc:docMk/>
            <pc:sldMk cId="2823172259" sldId="271"/>
            <ac:graphicFrameMk id="7" creationId="{6465B550-3F33-BAD5-790A-B9C02B439141}"/>
          </ac:graphicFrameMkLst>
        </pc:graphicFrameChg>
      </pc:sldChg>
      <pc:sldChg chg="setBg">
        <pc:chgData name="Rafał Ryske" userId="f385a3dfc37361c0" providerId="LiveId" clId="{92F8DB0E-39AF-47B7-AF37-9A65A24A975C}" dt="2026-03-17T19:26:57.820" v="3293"/>
        <pc:sldMkLst>
          <pc:docMk/>
          <pc:sldMk cId="1527412033" sldId="272"/>
        </pc:sldMkLst>
      </pc:sldChg>
      <pc:sldChg chg="setBg">
        <pc:chgData name="Rafał Ryske" userId="f385a3dfc37361c0" providerId="LiveId" clId="{92F8DB0E-39AF-47B7-AF37-9A65A24A975C}" dt="2026-03-17T19:27:00.629" v="3294"/>
        <pc:sldMkLst>
          <pc:docMk/>
          <pc:sldMk cId="3614079803" sldId="273"/>
        </pc:sldMkLst>
      </pc:sldChg>
      <pc:sldChg chg="modSp mod setBg">
        <pc:chgData name="Rafał Ryske" userId="f385a3dfc37361c0" providerId="LiveId" clId="{92F8DB0E-39AF-47B7-AF37-9A65A24A975C}" dt="2026-03-17T19:26:55.011" v="3292"/>
        <pc:sldMkLst>
          <pc:docMk/>
          <pc:sldMk cId="1443980963" sldId="274"/>
        </pc:sldMkLst>
        <pc:graphicFrameChg chg="modGraphic">
          <ac:chgData name="Rafał Ryske" userId="f385a3dfc37361c0" providerId="LiveId" clId="{92F8DB0E-39AF-47B7-AF37-9A65A24A975C}" dt="2026-03-17T19:22:56.649" v="3135" actId="122"/>
          <ac:graphicFrameMkLst>
            <pc:docMk/>
            <pc:sldMk cId="1443980963" sldId="274"/>
            <ac:graphicFrameMk id="5" creationId="{AAEA288C-7318-B02C-FBCD-CBBE872B8E28}"/>
          </ac:graphicFrameMkLst>
        </pc:graphicFrameChg>
        <pc:graphicFrameChg chg="modGraphic">
          <ac:chgData name="Rafał Ryske" userId="f385a3dfc37361c0" providerId="LiveId" clId="{92F8DB0E-39AF-47B7-AF37-9A65A24A975C}" dt="2026-03-17T19:23:05.747" v="3138" actId="14734"/>
          <ac:graphicFrameMkLst>
            <pc:docMk/>
            <pc:sldMk cId="1443980963" sldId="274"/>
            <ac:graphicFrameMk id="7" creationId="{A7858A9F-AC1F-7200-5F81-F880EEDBFA91}"/>
          </ac:graphicFrameMkLst>
        </pc:graphicFrameChg>
      </pc:sldChg>
      <pc:sldChg chg="setBg">
        <pc:chgData name="Rafał Ryske" userId="f385a3dfc37361c0" providerId="LiveId" clId="{92F8DB0E-39AF-47B7-AF37-9A65A24A975C}" dt="2026-03-17T19:27:02.867" v="3295"/>
        <pc:sldMkLst>
          <pc:docMk/>
          <pc:sldMk cId="2025460385" sldId="275"/>
        </pc:sldMkLst>
      </pc:sldChg>
      <pc:sldChg chg="setBg">
        <pc:chgData name="Rafał Ryske" userId="f385a3dfc37361c0" providerId="LiveId" clId="{92F8DB0E-39AF-47B7-AF37-9A65A24A975C}" dt="2026-03-17T20:08:52.048" v="3929"/>
        <pc:sldMkLst>
          <pc:docMk/>
          <pc:sldMk cId="876242345" sldId="276"/>
        </pc:sldMkLst>
      </pc:sldChg>
      <pc:sldChg chg="modSp new mod setBg">
        <pc:chgData name="Rafał Ryske" userId="f385a3dfc37361c0" providerId="LiveId" clId="{92F8DB0E-39AF-47B7-AF37-9A65A24A975C}" dt="2026-03-17T20:03:02.958" v="3829" actId="20577"/>
        <pc:sldMkLst>
          <pc:docMk/>
          <pc:sldMk cId="4082853100" sldId="276"/>
        </pc:sldMkLst>
        <pc:spChg chg="mod">
          <ac:chgData name="Rafał Ryske" userId="f385a3dfc37361c0" providerId="LiveId" clId="{92F8DB0E-39AF-47B7-AF37-9A65A24A975C}" dt="2026-03-17T20:03:02.958" v="3829" actId="20577"/>
          <ac:spMkLst>
            <pc:docMk/>
            <pc:sldMk cId="4082853100" sldId="276"/>
            <ac:spMk id="2" creationId="{C62A4B76-349E-474E-4A3E-39773C0F7634}"/>
          </ac:spMkLst>
        </pc:spChg>
        <pc:spChg chg="mod">
          <ac:chgData name="Rafał Ryske" userId="f385a3dfc37361c0" providerId="LiveId" clId="{92F8DB0E-39AF-47B7-AF37-9A65A24A975C}" dt="2026-03-17T20:02:16.779" v="3827" actId="20577"/>
          <ac:spMkLst>
            <pc:docMk/>
            <pc:sldMk cId="4082853100" sldId="276"/>
            <ac:spMk id="3" creationId="{61E5EC69-EE12-4E80-2CA6-5D4BAAD4FFEC}"/>
          </ac:spMkLst>
        </pc:spChg>
      </pc:sldChg>
      <pc:sldChg chg="addSp delSp modSp new mod setBg">
        <pc:chgData name="Rafał Ryske" userId="f385a3dfc37361c0" providerId="LiveId" clId="{92F8DB0E-39AF-47B7-AF37-9A65A24A975C}" dt="2026-03-17T20:12:08.258" v="3940" actId="1076"/>
        <pc:sldMkLst>
          <pc:docMk/>
          <pc:sldMk cId="4076397675" sldId="277"/>
        </pc:sldMkLst>
        <pc:spChg chg="mod">
          <ac:chgData name="Rafał Ryske" userId="f385a3dfc37361c0" providerId="LiveId" clId="{92F8DB0E-39AF-47B7-AF37-9A65A24A975C}" dt="2026-03-17T20:03:16.305" v="3844" actId="20577"/>
          <ac:spMkLst>
            <pc:docMk/>
            <pc:sldMk cId="4076397675" sldId="277"/>
            <ac:spMk id="2" creationId="{F16226C1-F4BB-1122-0F7F-E6631A73B0FC}"/>
          </ac:spMkLst>
        </pc:spChg>
        <pc:spChg chg="del">
          <ac:chgData name="Rafał Ryske" userId="f385a3dfc37361c0" providerId="LiveId" clId="{92F8DB0E-39AF-47B7-AF37-9A65A24A975C}" dt="2026-03-17T20:06:20.250" v="3846" actId="478"/>
          <ac:spMkLst>
            <pc:docMk/>
            <pc:sldMk cId="4076397675" sldId="277"/>
            <ac:spMk id="3" creationId="{4EEE08A4-94A3-A0D2-FB79-E6C04EBF828D}"/>
          </ac:spMkLst>
        </pc:spChg>
        <pc:spChg chg="add mod">
          <ac:chgData name="Rafał Ryske" userId="f385a3dfc37361c0" providerId="LiveId" clId="{92F8DB0E-39AF-47B7-AF37-9A65A24A975C}" dt="2026-03-17T20:09:12.320" v="3932" actId="1076"/>
          <ac:spMkLst>
            <pc:docMk/>
            <pc:sldMk cId="4076397675" sldId="277"/>
            <ac:spMk id="4" creationId="{82C02A1F-AB76-6934-CEE7-4AFD43EFE272}"/>
          </ac:spMkLst>
        </pc:spChg>
        <pc:spChg chg="add mod">
          <ac:chgData name="Rafał Ryske" userId="f385a3dfc37361c0" providerId="LiveId" clId="{92F8DB0E-39AF-47B7-AF37-9A65A24A975C}" dt="2026-03-17T20:09:14.288" v="3933" actId="1076"/>
          <ac:spMkLst>
            <pc:docMk/>
            <pc:sldMk cId="4076397675" sldId="277"/>
            <ac:spMk id="5" creationId="{A29A44A5-4C25-348A-7003-1A6B3018A943}"/>
          </ac:spMkLst>
        </pc:spChg>
        <pc:spChg chg="add mod">
          <ac:chgData name="Rafał Ryske" userId="f385a3dfc37361c0" providerId="LiveId" clId="{92F8DB0E-39AF-47B7-AF37-9A65A24A975C}" dt="2026-03-17T20:09:07.592" v="3930" actId="1076"/>
          <ac:spMkLst>
            <pc:docMk/>
            <pc:sldMk cId="4076397675" sldId="277"/>
            <ac:spMk id="6" creationId="{3969B9C0-2833-C65A-D9E0-16391C7369F0}"/>
          </ac:spMkLst>
        </pc:spChg>
        <pc:spChg chg="add mod">
          <ac:chgData name="Rafał Ryske" userId="f385a3dfc37361c0" providerId="LiveId" clId="{92F8DB0E-39AF-47B7-AF37-9A65A24A975C}" dt="2026-03-17T20:12:04.193" v="3938" actId="1076"/>
          <ac:spMkLst>
            <pc:docMk/>
            <pc:sldMk cId="4076397675" sldId="277"/>
            <ac:spMk id="7" creationId="{353E13D3-7458-B11C-7D81-8F2BB41B392B}"/>
          </ac:spMkLst>
        </pc:spChg>
        <pc:spChg chg="add mod">
          <ac:chgData name="Rafał Ryske" userId="f385a3dfc37361c0" providerId="LiveId" clId="{92F8DB0E-39AF-47B7-AF37-9A65A24A975C}" dt="2026-03-17T20:12:08.258" v="3940" actId="1076"/>
          <ac:spMkLst>
            <pc:docMk/>
            <pc:sldMk cId="4076397675" sldId="277"/>
            <ac:spMk id="8" creationId="{ABF2FBBE-7733-1B92-A4D1-F027017822C6}"/>
          </ac:spMkLst>
        </pc:spChg>
      </pc:sldChg>
      <pc:sldChg chg="addSp modSp mod">
        <pc:chgData name="Rafał Ryske" userId="f385a3dfc37361c0" providerId="LiveId" clId="{92F8DB0E-39AF-47B7-AF37-9A65A24A975C}" dt="2026-03-17T20:14:12.608" v="3951" actId="1076"/>
        <pc:sldMkLst>
          <pc:docMk/>
          <pc:sldMk cId="4082853100" sldId="278"/>
        </pc:sldMkLst>
        <pc:picChg chg="add mod">
          <ac:chgData name="Rafał Ryske" userId="f385a3dfc37361c0" providerId="LiveId" clId="{92F8DB0E-39AF-47B7-AF37-9A65A24A975C}" dt="2026-03-17T20:14:12.608" v="3951" actId="1076"/>
          <ac:picMkLst>
            <pc:docMk/>
            <pc:sldMk cId="4082853100" sldId="278"/>
            <ac:picMk id="5" creationId="{2C42BD80-62CD-9A34-720C-2788124FC64D}"/>
          </ac:picMkLst>
        </pc:picChg>
        <pc:picChg chg="add mod">
          <ac:chgData name="Rafał Ryske" userId="f385a3dfc37361c0" providerId="LiveId" clId="{92F8DB0E-39AF-47B7-AF37-9A65A24A975C}" dt="2026-03-17T20:14:07.048" v="3950" actId="1076"/>
          <ac:picMkLst>
            <pc:docMk/>
            <pc:sldMk cId="4082853100" sldId="278"/>
            <ac:picMk id="7" creationId="{007DA1EA-7DB7-8F91-B2D9-E25455019F25}"/>
          </ac:picMkLst>
        </pc:picChg>
      </pc:sldChg>
      <pc:sldMasterChg chg="modSldLayout">
        <pc:chgData name="Rafał Ryske" userId="f385a3dfc37361c0" providerId="LiveId" clId="{92F8DB0E-39AF-47B7-AF37-9A65A24A975C}" dt="2026-03-17T19:25:06.661" v="3141"/>
        <pc:sldMasterMkLst>
          <pc:docMk/>
          <pc:sldMasterMk cId="3355797618" sldId="2147483660"/>
        </pc:sldMasterMkLst>
        <pc:sldLayoutChg chg="setBg">
          <pc:chgData name="Rafał Ryske" userId="f385a3dfc37361c0" providerId="LiveId" clId="{92F8DB0E-39AF-47B7-AF37-9A65A24A975C}" dt="2026-03-17T19:25:06.661" v="3141"/>
          <pc:sldLayoutMkLst>
            <pc:docMk/>
            <pc:sldMasterMk cId="3355797618" sldId="2147483660"/>
            <pc:sldLayoutMk cId="2770600668" sldId="2147483661"/>
          </pc:sldLayoutMkLst>
        </pc:sldLayoutChg>
        <pc:sldLayoutChg chg="setBg">
          <pc:chgData name="Rafał Ryske" userId="f385a3dfc37361c0" providerId="LiveId" clId="{92F8DB0E-39AF-47B7-AF37-9A65A24A975C}" dt="2026-03-17T19:25:06.661" v="3141"/>
          <pc:sldLayoutMkLst>
            <pc:docMk/>
            <pc:sldMasterMk cId="3355797618" sldId="2147483660"/>
            <pc:sldLayoutMk cId="1733459710" sldId="2147483663"/>
          </pc:sldLayoutMkLst>
        </pc:sldLayoutChg>
      </pc:sldMasterChg>
    </pc:docChg>
  </pc:docChgLst>
  <pc:docChgLst>
    <pc:chgData name="Rafał Ryske" userId="f385a3dfc37361c0" providerId="Windows Live" clId="Web-{B947E39B-4E10-36F7-2A0A-A440A084945F}"/>
    <pc:docChg chg="modSld">
      <pc:chgData name="Rafał Ryske" userId="f385a3dfc37361c0" providerId="Windows Live" clId="Web-{B947E39B-4E10-36F7-2A0A-A440A084945F}" dt="2026-03-17T19:15:59.051" v="6"/>
      <pc:docMkLst>
        <pc:docMk/>
      </pc:docMkLst>
      <pc:sldChg chg="modSp mod setBg">
        <pc:chgData name="Rafał Ryske" userId="f385a3dfc37361c0" providerId="Windows Live" clId="Web-{B947E39B-4E10-36F7-2A0A-A440A084945F}" dt="2026-03-17T19:15:59.051" v="6"/>
        <pc:sldMkLst>
          <pc:docMk/>
          <pc:sldMk cId="650317164" sldId="256"/>
        </pc:sldMkLst>
        <pc:spChg chg="mod">
          <ac:chgData name="Rafał Ryske" userId="f385a3dfc37361c0" providerId="Windows Live" clId="Web-{B947E39B-4E10-36F7-2A0A-A440A084945F}" dt="2026-03-17T19:15:59.051" v="6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Rafał Ryske" userId="f385a3dfc37361c0" providerId="Windows Live" clId="Web-{B947E39B-4E10-36F7-2A0A-A440A084945F}" dt="2026-03-17T19:14:34.921" v="4" actId="1076"/>
          <ac:spMkLst>
            <pc:docMk/>
            <pc:sldMk cId="650317164" sldId="256"/>
            <ac:spMk id="3" creationId="{00000000-0000-0000-0000-000000000000}"/>
          </ac:spMkLst>
        </pc:spChg>
      </pc:sldChg>
    </pc:docChg>
  </pc:docChgLst>
  <pc:docChgLst>
    <pc:chgData name="Rafał Ryske" userId="f385a3dfc37361c0" providerId="Windows Live" clId="Web-{6C7EB011-DA89-CEED-3E1A-278377C9DF71}"/>
    <pc:docChg chg="modSld">
      <pc:chgData name="Rafał Ryske" userId="f385a3dfc37361c0" providerId="Windows Live" clId="Web-{6C7EB011-DA89-CEED-3E1A-278377C9DF71}" dt="2026-03-17T19:18:35.428" v="28" actId="1076"/>
      <pc:docMkLst>
        <pc:docMk/>
      </pc:docMkLst>
      <pc:sldChg chg="modSp">
        <pc:chgData name="Rafał Ryske" userId="f385a3dfc37361c0" providerId="Windows Live" clId="Web-{6C7EB011-DA89-CEED-3E1A-278377C9DF71}" dt="2026-03-17T19:18:35.428" v="28" actId="1076"/>
        <pc:sldMkLst>
          <pc:docMk/>
          <pc:sldMk cId="650317164" sldId="256"/>
        </pc:sldMkLst>
        <pc:spChg chg="mod">
          <ac:chgData name="Rafał Ryske" userId="f385a3dfc37361c0" providerId="Windows Live" clId="Web-{6C7EB011-DA89-CEED-3E1A-278377C9DF71}" dt="2026-03-17T19:17:50.271" v="21" actId="14100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Rafał Ryske" userId="f385a3dfc37361c0" providerId="Windows Live" clId="Web-{6C7EB011-DA89-CEED-3E1A-278377C9DF71}" dt="2026-03-17T19:18:35.428" v="28" actId="1076"/>
          <ac:spMkLst>
            <pc:docMk/>
            <pc:sldMk cId="650317164" sldId="256"/>
            <ac:spMk id="3" creationId="{00000000-0000-0000-0000-000000000000}"/>
          </ac:spMkLst>
        </pc:spChg>
      </pc:sldChg>
    </pc:docChg>
  </pc:docChgLst>
  <pc:docChgLst>
    <pc:chgData name="Rafał Ryske" userId="f385a3dfc37361c0" providerId="Windows Live" clId="Web-{46A95EEA-1B98-E529-D23E-275017EEA59C}"/>
    <pc:docChg chg="addSld modSld sldOrd">
      <pc:chgData name="Rafał Ryske" userId="f385a3dfc37361c0" providerId="Windows Live" clId="Web-{46A95EEA-1B98-E529-D23E-275017EEA59C}" dt="2026-03-07T16:59:34.552" v="239" actId="1076"/>
      <pc:docMkLst>
        <pc:docMk/>
      </pc:docMkLst>
      <pc:sldChg chg="modSp">
        <pc:chgData name="Rafał Ryske" userId="f385a3dfc37361c0" providerId="Windows Live" clId="Web-{46A95EEA-1B98-E529-D23E-275017EEA59C}" dt="2026-03-07T16:26:28.436" v="3" actId="20577"/>
        <pc:sldMkLst>
          <pc:docMk/>
          <pc:sldMk cId="2286412404" sldId="257"/>
        </pc:sldMkLst>
        <pc:spChg chg="mod">
          <ac:chgData name="Rafał Ryske" userId="f385a3dfc37361c0" providerId="Windows Live" clId="Web-{46A95EEA-1B98-E529-D23E-275017EEA59C}" dt="2026-03-07T16:26:28.436" v="3" actId="20577"/>
          <ac:spMkLst>
            <pc:docMk/>
            <pc:sldMk cId="2286412404" sldId="257"/>
            <ac:spMk id="3" creationId="{FB7F9678-F07D-5C97-F442-FDF3A565B2BC}"/>
          </ac:spMkLst>
        </pc:spChg>
      </pc:sldChg>
      <pc:sldChg chg="modSp">
        <pc:chgData name="Rafał Ryske" userId="f385a3dfc37361c0" providerId="Windows Live" clId="Web-{46A95EEA-1B98-E529-D23E-275017EEA59C}" dt="2026-03-07T16:26:41.748" v="5" actId="20577"/>
        <pc:sldMkLst>
          <pc:docMk/>
          <pc:sldMk cId="1006345971" sldId="258"/>
        </pc:sldMkLst>
        <pc:spChg chg="mod">
          <ac:chgData name="Rafał Ryske" userId="f385a3dfc37361c0" providerId="Windows Live" clId="Web-{46A95EEA-1B98-E529-D23E-275017EEA59C}" dt="2026-03-07T16:26:41.748" v="5" actId="20577"/>
          <ac:spMkLst>
            <pc:docMk/>
            <pc:sldMk cId="1006345971" sldId="258"/>
            <ac:spMk id="3" creationId="{59127C17-8340-0F30-EABB-1DFFEBE1B520}"/>
          </ac:spMkLst>
        </pc:spChg>
      </pc:sldChg>
      <pc:sldChg chg="addSp delSp modSp new ord">
        <pc:chgData name="Rafał Ryske" userId="f385a3dfc37361c0" providerId="Windows Live" clId="Web-{46A95EEA-1B98-E529-D23E-275017EEA59C}" dt="2026-03-07T16:34:58.265" v="189"/>
        <pc:sldMkLst>
          <pc:docMk/>
          <pc:sldMk cId="753625196" sldId="267"/>
        </pc:sldMkLst>
        <pc:spChg chg="mod">
          <ac:chgData name="Rafał Ryske" userId="f385a3dfc37361c0" providerId="Windows Live" clId="Web-{46A95EEA-1B98-E529-D23E-275017EEA59C}" dt="2026-03-07T16:27:28.201" v="23" actId="20577"/>
          <ac:spMkLst>
            <pc:docMk/>
            <pc:sldMk cId="753625196" sldId="267"/>
            <ac:spMk id="2" creationId="{31786AD9-00E1-9E2B-587E-2CF4EA74E977}"/>
          </ac:spMkLst>
        </pc:spChg>
        <pc:graphicFrameChg chg="add mod ord modGraphic">
          <ac:chgData name="Rafał Ryske" userId="f385a3dfc37361c0" providerId="Windows Live" clId="Web-{46A95EEA-1B98-E529-D23E-275017EEA59C}" dt="2026-03-07T16:34:58.265" v="189"/>
          <ac:graphicFrameMkLst>
            <pc:docMk/>
            <pc:sldMk cId="753625196" sldId="267"/>
            <ac:graphicFrameMk id="5" creationId="{E78691A8-19A1-8386-AF4E-051F1131B15B}"/>
          </ac:graphicFrameMkLst>
        </pc:graphicFrameChg>
      </pc:sldChg>
      <pc:sldChg chg="addSp delSp modSp new">
        <pc:chgData name="Rafał Ryske" userId="f385a3dfc37361c0" providerId="Windows Live" clId="Web-{46A95EEA-1B98-E529-D23E-275017EEA59C}" dt="2026-03-07T16:55:26.388" v="222" actId="20577"/>
        <pc:sldMkLst>
          <pc:docMk/>
          <pc:sldMk cId="739348141" sldId="268"/>
        </pc:sldMkLst>
        <pc:spChg chg="mod">
          <ac:chgData name="Rafał Ryske" userId="f385a3dfc37361c0" providerId="Windows Live" clId="Web-{46A95EEA-1B98-E529-D23E-275017EEA59C}" dt="2026-03-07T16:47:25.265" v="208" actId="20577"/>
          <ac:spMkLst>
            <pc:docMk/>
            <pc:sldMk cId="739348141" sldId="268"/>
            <ac:spMk id="2" creationId="{4F33C306-7007-139F-E1D1-2E0467C5F8F9}"/>
          </ac:spMkLst>
        </pc:spChg>
        <pc:spChg chg="add mod">
          <ac:chgData name="Rafał Ryske" userId="f385a3dfc37361c0" providerId="Windows Live" clId="Web-{46A95EEA-1B98-E529-D23E-275017EEA59C}" dt="2026-03-07T16:55:26.388" v="222" actId="20577"/>
          <ac:spMkLst>
            <pc:docMk/>
            <pc:sldMk cId="739348141" sldId="268"/>
            <ac:spMk id="6" creationId="{E1286BB2-BDE3-8FD4-9187-DD75DA2BCA53}"/>
          </ac:spMkLst>
        </pc:spChg>
      </pc:sldChg>
      <pc:sldChg chg="addSp delSp modSp new">
        <pc:chgData name="Rafał Ryske" userId="f385a3dfc37361c0" providerId="Windows Live" clId="Web-{46A95EEA-1B98-E529-D23E-275017EEA59C}" dt="2026-03-07T16:56:40.623" v="233" actId="1076"/>
        <pc:sldMkLst>
          <pc:docMk/>
          <pc:sldMk cId="2265599012" sldId="269"/>
        </pc:sldMkLst>
        <pc:picChg chg="add mod ord">
          <ac:chgData name="Rafał Ryske" userId="f385a3dfc37361c0" providerId="Windows Live" clId="Web-{46A95EEA-1B98-E529-D23E-275017EEA59C}" dt="2026-03-07T16:56:40.623" v="233" actId="1076"/>
          <ac:picMkLst>
            <pc:docMk/>
            <pc:sldMk cId="2265599012" sldId="269"/>
            <ac:picMk id="7" creationId="{E8DC9AF4-7DF3-D60E-2644-A5F34C39A123}"/>
          </ac:picMkLst>
        </pc:picChg>
      </pc:sldChg>
      <pc:sldChg chg="addSp delSp modSp new">
        <pc:chgData name="Rafał Ryske" userId="f385a3dfc37361c0" providerId="Windows Live" clId="Web-{46A95EEA-1B98-E529-D23E-275017EEA59C}" dt="2026-03-07T16:59:34.552" v="239" actId="1076"/>
        <pc:sldMkLst>
          <pc:docMk/>
          <pc:sldMk cId="320757033" sldId="270"/>
        </pc:sldMkLst>
        <pc:picChg chg="add mod ord">
          <ac:chgData name="Rafał Ryske" userId="f385a3dfc37361c0" providerId="Windows Live" clId="Web-{46A95EEA-1B98-E529-D23E-275017EEA59C}" dt="2026-03-07T16:59:34.552" v="239" actId="1076"/>
          <ac:picMkLst>
            <pc:docMk/>
            <pc:sldMk cId="320757033" sldId="270"/>
            <ac:picMk id="4" creationId="{E920173E-8BEA-554A-B232-3960AE7798F1}"/>
          </ac:picMkLst>
        </pc:picChg>
      </pc:sldChg>
    </pc:docChg>
  </pc:docChgLst>
  <pc:docChgLst>
    <pc:chgData name="Szymon Dobrowolski" userId="5bc91bd8437fc6aa" providerId="LiveId" clId="{B265C424-7727-440D-8335-E169A6D8D07F}"/>
    <pc:docChg chg="custSel addSld modSld">
      <pc:chgData name="Szymon Dobrowolski" userId="5bc91bd8437fc6aa" providerId="LiveId" clId="{B265C424-7727-440D-8335-E169A6D8D07F}" dt="2026-03-17T20:08:03.986" v="498" actId="1440"/>
      <pc:docMkLst>
        <pc:docMk/>
      </pc:docMkLst>
      <pc:sldChg chg="addSp delSp modSp mod">
        <pc:chgData name="Szymon Dobrowolski" userId="5bc91bd8437fc6aa" providerId="LiveId" clId="{B265C424-7727-440D-8335-E169A6D8D07F}" dt="2026-03-08T16:21:20.096" v="2" actId="1076"/>
        <pc:sldMkLst>
          <pc:docMk/>
          <pc:sldMk cId="2286412404" sldId="257"/>
        </pc:sldMkLst>
        <pc:picChg chg="add mod">
          <ac:chgData name="Szymon Dobrowolski" userId="5bc91bd8437fc6aa" providerId="LiveId" clId="{B265C424-7727-440D-8335-E169A6D8D07F}" dt="2026-03-08T16:21:20.096" v="2" actId="1076"/>
          <ac:picMkLst>
            <pc:docMk/>
            <pc:sldMk cId="2286412404" sldId="257"/>
            <ac:picMk id="5" creationId="{181BF7F6-7841-D9A9-70D6-8A9061ADB512}"/>
          </ac:picMkLst>
        </pc:picChg>
      </pc:sldChg>
      <pc:sldChg chg="addSp delSp modSp mod">
        <pc:chgData name="Szymon Dobrowolski" userId="5bc91bd8437fc6aa" providerId="LiveId" clId="{B265C424-7727-440D-8335-E169A6D8D07F}" dt="2026-03-08T16:22:55.922" v="30" actId="1076"/>
        <pc:sldMkLst>
          <pc:docMk/>
          <pc:sldMk cId="1006345971" sldId="258"/>
        </pc:sldMkLst>
        <pc:picChg chg="add mod">
          <ac:chgData name="Szymon Dobrowolski" userId="5bc91bd8437fc6aa" providerId="LiveId" clId="{B265C424-7727-440D-8335-E169A6D8D07F}" dt="2026-03-08T16:22:46.418" v="26" actId="1076"/>
          <ac:picMkLst>
            <pc:docMk/>
            <pc:sldMk cId="1006345971" sldId="258"/>
            <ac:picMk id="8" creationId="{94D3292A-E68F-3B52-7A17-8C9F8F8CCDD6}"/>
          </ac:picMkLst>
        </pc:picChg>
        <pc:picChg chg="add mod">
          <ac:chgData name="Szymon Dobrowolski" userId="5bc91bd8437fc6aa" providerId="LiveId" clId="{B265C424-7727-440D-8335-E169A6D8D07F}" dt="2026-03-08T16:22:55.922" v="30" actId="1076"/>
          <ac:picMkLst>
            <pc:docMk/>
            <pc:sldMk cId="1006345971" sldId="258"/>
            <ac:picMk id="10" creationId="{3C687043-9A3B-C3BA-3280-59A449348335}"/>
          </ac:picMkLst>
        </pc:picChg>
        <pc:picChg chg="add mod">
          <ac:chgData name="Szymon Dobrowolski" userId="5bc91bd8437fc6aa" providerId="LiveId" clId="{B265C424-7727-440D-8335-E169A6D8D07F}" dt="2026-03-08T16:22:35.860" v="19" actId="1076"/>
          <ac:picMkLst>
            <pc:docMk/>
            <pc:sldMk cId="1006345971" sldId="258"/>
            <ac:picMk id="12" creationId="{184C2367-CD46-66E1-0E9D-0B5380B2E9DE}"/>
          </ac:picMkLst>
        </pc:picChg>
        <pc:picChg chg="add mod">
          <ac:chgData name="Szymon Dobrowolski" userId="5bc91bd8437fc6aa" providerId="LiveId" clId="{B265C424-7727-440D-8335-E169A6D8D07F}" dt="2026-03-08T16:22:37.630" v="20" actId="1076"/>
          <ac:picMkLst>
            <pc:docMk/>
            <pc:sldMk cId="1006345971" sldId="258"/>
            <ac:picMk id="14" creationId="{1349DE78-B881-9D6E-30C9-AC5218AD8FEB}"/>
          </ac:picMkLst>
        </pc:picChg>
      </pc:sldChg>
      <pc:sldChg chg="modSp mod">
        <pc:chgData name="Szymon Dobrowolski" userId="5bc91bd8437fc6aa" providerId="LiveId" clId="{B265C424-7727-440D-8335-E169A6D8D07F}" dt="2026-03-17T19:54:20.322" v="480" actId="20577"/>
        <pc:sldMkLst>
          <pc:docMk/>
          <pc:sldMk cId="2987506698" sldId="261"/>
        </pc:sldMkLst>
        <pc:spChg chg="mod">
          <ac:chgData name="Szymon Dobrowolski" userId="5bc91bd8437fc6aa" providerId="LiveId" clId="{B265C424-7727-440D-8335-E169A6D8D07F}" dt="2026-03-17T19:54:20.322" v="480" actId="20577"/>
          <ac:spMkLst>
            <pc:docMk/>
            <pc:sldMk cId="2987506698" sldId="261"/>
            <ac:spMk id="3" creationId="{29FC291E-DFCB-0ECF-4E2A-139626760D4B}"/>
          </ac:spMkLst>
        </pc:spChg>
      </pc:sldChg>
      <pc:sldChg chg="modSp mod">
        <pc:chgData name="Szymon Dobrowolski" userId="5bc91bd8437fc6aa" providerId="LiveId" clId="{B265C424-7727-440D-8335-E169A6D8D07F}" dt="2026-03-08T16:42:22.328" v="475" actId="20577"/>
        <pc:sldMkLst>
          <pc:docMk/>
          <pc:sldMk cId="4109186584" sldId="263"/>
        </pc:sldMkLst>
        <pc:spChg chg="mod">
          <ac:chgData name="Szymon Dobrowolski" userId="5bc91bd8437fc6aa" providerId="LiveId" clId="{B265C424-7727-440D-8335-E169A6D8D07F}" dt="2026-03-08T16:42:22.328" v="475" actId="20577"/>
          <ac:spMkLst>
            <pc:docMk/>
            <pc:sldMk cId="4109186584" sldId="263"/>
            <ac:spMk id="3" creationId="{AC9DC43B-563B-B58C-32AD-A6BA761713C3}"/>
          </ac:spMkLst>
        </pc:spChg>
      </pc:sldChg>
      <pc:sldChg chg="modSp new mod">
        <pc:chgData name="Szymon Dobrowolski" userId="5bc91bd8437fc6aa" providerId="LiveId" clId="{B265C424-7727-440D-8335-E169A6D8D07F}" dt="2026-03-08T16:28:33.030" v="350" actId="20577"/>
        <pc:sldMkLst>
          <pc:docMk/>
          <pc:sldMk cId="2823172259" sldId="271"/>
        </pc:sldMkLst>
        <pc:spChg chg="mod">
          <ac:chgData name="Szymon Dobrowolski" userId="5bc91bd8437fc6aa" providerId="LiveId" clId="{B265C424-7727-440D-8335-E169A6D8D07F}" dt="2026-03-08T16:28:19.314" v="321"/>
          <ac:spMkLst>
            <pc:docMk/>
            <pc:sldMk cId="2823172259" sldId="271"/>
            <ac:spMk id="2" creationId="{2DBFD667-3094-F6BF-40AC-EEEDB9DF292D}"/>
          </ac:spMkLst>
        </pc:spChg>
      </pc:sldChg>
      <pc:sldChg chg="addSp delSp modSp new mod">
        <pc:chgData name="Szymon Dobrowolski" userId="5bc91bd8437fc6aa" providerId="LiveId" clId="{B265C424-7727-440D-8335-E169A6D8D07F}" dt="2026-03-08T16:37:27.288" v="370" actId="1076"/>
        <pc:sldMkLst>
          <pc:docMk/>
          <pc:sldMk cId="1527412033" sldId="272"/>
        </pc:sldMkLst>
        <pc:spChg chg="mod">
          <ac:chgData name="Szymon Dobrowolski" userId="5bc91bd8437fc6aa" providerId="LiveId" clId="{B265C424-7727-440D-8335-E169A6D8D07F}" dt="2026-03-08T16:34:56.081" v="352"/>
          <ac:spMkLst>
            <pc:docMk/>
            <pc:sldMk cId="1527412033" sldId="272"/>
            <ac:spMk id="2" creationId="{3BD09FD3-1B2C-27D2-E5D8-C6CED080F525}"/>
          </ac:spMkLst>
        </pc:spChg>
        <pc:picChg chg="add mod">
          <ac:chgData name="Szymon Dobrowolski" userId="5bc91bd8437fc6aa" providerId="LiveId" clId="{B265C424-7727-440D-8335-E169A6D8D07F}" dt="2026-03-08T16:37:25.013" v="369" actId="1076"/>
          <ac:picMkLst>
            <pc:docMk/>
            <pc:sldMk cId="1527412033" sldId="272"/>
            <ac:picMk id="7" creationId="{80C3F906-8A18-FDB7-A688-CA6A53CE8313}"/>
          </ac:picMkLst>
        </pc:picChg>
        <pc:picChg chg="add mod">
          <ac:chgData name="Szymon Dobrowolski" userId="5bc91bd8437fc6aa" providerId="LiveId" clId="{B265C424-7727-440D-8335-E169A6D8D07F}" dt="2026-03-08T16:37:27.288" v="370" actId="1076"/>
          <ac:picMkLst>
            <pc:docMk/>
            <pc:sldMk cId="1527412033" sldId="272"/>
            <ac:picMk id="9" creationId="{10885A81-C56E-AE46-F20B-2565506660E6}"/>
          </ac:picMkLst>
        </pc:picChg>
      </pc:sldChg>
      <pc:sldChg chg="modSp new mod">
        <pc:chgData name="Szymon Dobrowolski" userId="5bc91bd8437fc6aa" providerId="LiveId" clId="{B265C424-7727-440D-8335-E169A6D8D07F}" dt="2026-03-17T19:53:21.757" v="478"/>
        <pc:sldMkLst>
          <pc:docMk/>
          <pc:sldMk cId="3614079803" sldId="273"/>
        </pc:sldMkLst>
        <pc:spChg chg="mod">
          <ac:chgData name="Szymon Dobrowolski" userId="5bc91bd8437fc6aa" providerId="LiveId" clId="{B265C424-7727-440D-8335-E169A6D8D07F}" dt="2026-03-08T16:37:50.684" v="372"/>
          <ac:spMkLst>
            <pc:docMk/>
            <pc:sldMk cId="3614079803" sldId="273"/>
            <ac:spMk id="2" creationId="{9F5F1AD4-54B4-3930-803C-0680B8B9900A}"/>
          </ac:spMkLst>
        </pc:spChg>
        <pc:spChg chg="mod">
          <ac:chgData name="Szymon Dobrowolski" userId="5bc91bd8437fc6aa" providerId="LiveId" clId="{B265C424-7727-440D-8335-E169A6D8D07F}" dt="2026-03-17T19:53:21.757" v="478"/>
          <ac:spMkLst>
            <pc:docMk/>
            <pc:sldMk cId="3614079803" sldId="273"/>
            <ac:spMk id="3" creationId="{AC79A379-4B24-EF6C-F833-7C399CDC90EC}"/>
          </ac:spMkLst>
        </pc:spChg>
      </pc:sldChg>
      <pc:sldChg chg="modSp mod">
        <pc:chgData name="Szymon Dobrowolski" userId="5bc91bd8437fc6aa" providerId="LiveId" clId="{B265C424-7727-440D-8335-E169A6D8D07F}" dt="2026-03-17T19:52:36.134" v="476" actId="20577"/>
        <pc:sldMkLst>
          <pc:docMk/>
          <pc:sldMk cId="1443980963" sldId="274"/>
        </pc:sldMkLst>
        <pc:graphicFrameChg chg="modGraphic">
          <ac:chgData name="Szymon Dobrowolski" userId="5bc91bd8437fc6aa" providerId="LiveId" clId="{B265C424-7727-440D-8335-E169A6D8D07F}" dt="2026-03-17T19:52:36.134" v="476" actId="20577"/>
          <ac:graphicFrameMkLst>
            <pc:docMk/>
            <pc:sldMk cId="1443980963" sldId="274"/>
            <ac:graphicFrameMk id="5" creationId="{AAEA288C-7318-B02C-FBCD-CBBE872B8E28}"/>
          </ac:graphicFrameMkLst>
        </pc:graphicFrameChg>
      </pc:sldChg>
      <pc:sldChg chg="modSp mod">
        <pc:chgData name="Szymon Dobrowolski" userId="5bc91bd8437fc6aa" providerId="LiveId" clId="{B265C424-7727-440D-8335-E169A6D8D07F}" dt="2026-03-17T20:06:05.715" v="482"/>
        <pc:sldMkLst>
          <pc:docMk/>
          <pc:sldMk cId="2025460385" sldId="275"/>
        </pc:sldMkLst>
        <pc:spChg chg="mod">
          <ac:chgData name="Szymon Dobrowolski" userId="5bc91bd8437fc6aa" providerId="LiveId" clId="{B265C424-7727-440D-8335-E169A6D8D07F}" dt="2026-03-17T20:06:05.715" v="482"/>
          <ac:spMkLst>
            <pc:docMk/>
            <pc:sldMk cId="2025460385" sldId="275"/>
            <ac:spMk id="2" creationId="{7FC520B2-6530-4F04-5EB0-C1E779B67A88}"/>
          </ac:spMkLst>
        </pc:spChg>
        <pc:spChg chg="mod">
          <ac:chgData name="Szymon Dobrowolski" userId="5bc91bd8437fc6aa" providerId="LiveId" clId="{B265C424-7727-440D-8335-E169A6D8D07F}" dt="2026-03-17T19:53:38.320" v="479" actId="20577"/>
          <ac:spMkLst>
            <pc:docMk/>
            <pc:sldMk cId="2025460385" sldId="275"/>
            <ac:spMk id="3" creationId="{CA58A70E-3FB9-787D-E5B6-AB6D712D4AF0}"/>
          </ac:spMkLst>
        </pc:spChg>
      </pc:sldChg>
      <pc:sldChg chg="addSp delSp modSp new mod">
        <pc:chgData name="Szymon Dobrowolski" userId="5bc91bd8437fc6aa" providerId="LiveId" clId="{B265C424-7727-440D-8335-E169A6D8D07F}" dt="2026-03-17T20:08:03.986" v="498" actId="1440"/>
        <pc:sldMkLst>
          <pc:docMk/>
          <pc:sldMk cId="876242345" sldId="276"/>
        </pc:sldMkLst>
        <pc:spChg chg="mod">
          <ac:chgData name="Szymon Dobrowolski" userId="5bc91bd8437fc6aa" providerId="LiveId" clId="{B265C424-7727-440D-8335-E169A6D8D07F}" dt="2026-03-17T20:06:28.170" v="493" actId="255"/>
          <ac:spMkLst>
            <pc:docMk/>
            <pc:sldMk cId="876242345" sldId="276"/>
            <ac:spMk id="2" creationId="{2EE62DB1-377D-A8FF-C3AB-C8C0C47EC946}"/>
          </ac:spMkLst>
        </pc:spChg>
        <pc:spChg chg="del">
          <ac:chgData name="Szymon Dobrowolski" userId="5bc91bd8437fc6aa" providerId="LiveId" clId="{B265C424-7727-440D-8335-E169A6D8D07F}" dt="2026-03-17T20:07:48.555" v="494"/>
          <ac:spMkLst>
            <pc:docMk/>
            <pc:sldMk cId="876242345" sldId="276"/>
            <ac:spMk id="3" creationId="{3C0C9341-C675-63A0-2ADE-323A989822C7}"/>
          </ac:spMkLst>
        </pc:spChg>
        <pc:picChg chg="add mod">
          <ac:chgData name="Szymon Dobrowolski" userId="5bc91bd8437fc6aa" providerId="LiveId" clId="{B265C424-7727-440D-8335-E169A6D8D07F}" dt="2026-03-17T20:08:03.986" v="498" actId="1440"/>
          <ac:picMkLst>
            <pc:docMk/>
            <pc:sldMk cId="876242345" sldId="276"/>
            <ac:picMk id="1026" creationId="{45A18E14-862C-076B-323F-1E8F0CBEBB81}"/>
          </ac:picMkLst>
        </pc:picChg>
      </pc:sldChg>
    </pc:docChg>
  </pc:docChgLst>
  <pc:docChgLst>
    <pc:chgData name="Rafał Ryske" userId="f385a3dfc37361c0" providerId="Windows Live" clId="Web-{DD2C7F85-599A-A42A-A2D0-17F6B2822109}"/>
    <pc:docChg chg="addSld modSld">
      <pc:chgData name="Rafał Ryske" userId="f385a3dfc37361c0" providerId="Windows Live" clId="Web-{DD2C7F85-599A-A42A-A2D0-17F6B2822109}" dt="2026-03-08T18:37:05.735" v="224" actId="20577"/>
      <pc:docMkLst>
        <pc:docMk/>
      </pc:docMkLst>
      <pc:sldChg chg="addSp delSp modSp">
        <pc:chgData name="Rafał Ryske" userId="f385a3dfc37361c0" providerId="Windows Live" clId="Web-{DD2C7F85-599A-A42A-A2D0-17F6B2822109}" dt="2026-03-08T18:27:04.724" v="154"/>
        <pc:sldMkLst>
          <pc:docMk/>
          <pc:sldMk cId="2823172259" sldId="271"/>
        </pc:sldMkLst>
        <pc:graphicFrameChg chg="add mod ord modGraphic">
          <ac:chgData name="Rafał Ryske" userId="f385a3dfc37361c0" providerId="Windows Live" clId="Web-{DD2C7F85-599A-A42A-A2D0-17F6B2822109}" dt="2026-03-08T18:26:57.114" v="152"/>
          <ac:graphicFrameMkLst>
            <pc:docMk/>
            <pc:sldMk cId="2823172259" sldId="271"/>
            <ac:graphicFrameMk id="5" creationId="{16D308E9-908A-BCDD-0054-B9670CE3C5A6}"/>
          </ac:graphicFrameMkLst>
        </pc:graphicFrameChg>
        <pc:graphicFrameChg chg="add mod modGraphic">
          <ac:chgData name="Rafał Ryske" userId="f385a3dfc37361c0" providerId="Windows Live" clId="Web-{DD2C7F85-599A-A42A-A2D0-17F6B2822109}" dt="2026-03-08T18:27:04.724" v="154"/>
          <ac:graphicFrameMkLst>
            <pc:docMk/>
            <pc:sldMk cId="2823172259" sldId="271"/>
            <ac:graphicFrameMk id="7" creationId="{6465B550-3F33-BAD5-790A-B9C02B439141}"/>
          </ac:graphicFrameMkLst>
        </pc:graphicFrameChg>
      </pc:sldChg>
      <pc:sldChg chg="modSp">
        <pc:chgData name="Rafał Ryske" userId="f385a3dfc37361c0" providerId="Windows Live" clId="Web-{DD2C7F85-599A-A42A-A2D0-17F6B2822109}" dt="2026-03-08T18:35:03.122" v="176" actId="20577"/>
        <pc:sldMkLst>
          <pc:docMk/>
          <pc:sldMk cId="3614079803" sldId="273"/>
        </pc:sldMkLst>
        <pc:spChg chg="mod">
          <ac:chgData name="Rafał Ryske" userId="f385a3dfc37361c0" providerId="Windows Live" clId="Web-{DD2C7F85-599A-A42A-A2D0-17F6B2822109}" dt="2026-03-08T18:35:03.122" v="176" actId="20577"/>
          <ac:spMkLst>
            <pc:docMk/>
            <pc:sldMk cId="3614079803" sldId="273"/>
            <ac:spMk id="3" creationId="{AC79A379-4B24-EF6C-F833-7C399CDC90EC}"/>
          </ac:spMkLst>
        </pc:spChg>
      </pc:sldChg>
      <pc:sldChg chg="addSp delSp modSp new">
        <pc:chgData name="Rafał Ryske" userId="f385a3dfc37361c0" providerId="Windows Live" clId="Web-{DD2C7F85-599A-A42A-A2D0-17F6B2822109}" dt="2026-03-08T18:24:35.284" v="132"/>
        <pc:sldMkLst>
          <pc:docMk/>
          <pc:sldMk cId="1443980963" sldId="274"/>
        </pc:sldMkLst>
        <pc:spChg chg="mod">
          <ac:chgData name="Rafał Ryske" userId="f385a3dfc37361c0" providerId="Windows Live" clId="Web-{DD2C7F85-599A-A42A-A2D0-17F6B2822109}" dt="2026-03-08T18:23:35.127" v="108" actId="20577"/>
          <ac:spMkLst>
            <pc:docMk/>
            <pc:sldMk cId="1443980963" sldId="274"/>
            <ac:spMk id="2" creationId="{346407BE-868A-3BFD-A7B9-B4C8E146EC59}"/>
          </ac:spMkLst>
        </pc:spChg>
        <pc:graphicFrameChg chg="add mod ord modGraphic">
          <ac:chgData name="Rafał Ryske" userId="f385a3dfc37361c0" providerId="Windows Live" clId="Web-{DD2C7F85-599A-A42A-A2D0-17F6B2822109}" dt="2026-03-08T18:24:35.284" v="132"/>
          <ac:graphicFrameMkLst>
            <pc:docMk/>
            <pc:sldMk cId="1443980963" sldId="274"/>
            <ac:graphicFrameMk id="5" creationId="{AAEA288C-7318-B02C-FBCD-CBBE872B8E28}"/>
          </ac:graphicFrameMkLst>
        </pc:graphicFrameChg>
        <pc:graphicFrameChg chg="add mod modGraphic">
          <ac:chgData name="Rafał Ryske" userId="f385a3dfc37361c0" providerId="Windows Live" clId="Web-{DD2C7F85-599A-A42A-A2D0-17F6B2822109}" dt="2026-03-08T18:24:12.659" v="127" actId="1076"/>
          <ac:graphicFrameMkLst>
            <pc:docMk/>
            <pc:sldMk cId="1443980963" sldId="274"/>
            <ac:graphicFrameMk id="7" creationId="{A7858A9F-AC1F-7200-5F81-F880EEDBFA91}"/>
          </ac:graphicFrameMkLst>
        </pc:graphicFrameChg>
      </pc:sldChg>
      <pc:sldChg chg="modSp new">
        <pc:chgData name="Rafał Ryske" userId="f385a3dfc37361c0" providerId="Windows Live" clId="Web-{DD2C7F85-599A-A42A-A2D0-17F6B2822109}" dt="2026-03-08T18:37:05.735" v="224" actId="20577"/>
        <pc:sldMkLst>
          <pc:docMk/>
          <pc:sldMk cId="2025460385" sldId="275"/>
        </pc:sldMkLst>
        <pc:spChg chg="mod">
          <ac:chgData name="Rafał Ryske" userId="f385a3dfc37361c0" providerId="Windows Live" clId="Web-{DD2C7F85-599A-A42A-A2D0-17F6B2822109}" dt="2026-03-08T18:37:05.735" v="224" actId="20577"/>
          <ac:spMkLst>
            <pc:docMk/>
            <pc:sldMk cId="2025460385" sldId="275"/>
            <ac:spMk id="3" creationId="{CA58A70E-3FB9-787D-E5B6-AB6D712D4A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7060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87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33459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971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1727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394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27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43517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454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019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862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01.07.2026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579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60000"/>
            <a:lum/>
          </a:blip>
          <a:srcRect/>
          <a:stretch>
            <a:fillRect l="-10000" t="-9000" r="-11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36791" y="1286731"/>
            <a:ext cx="10318418" cy="4775988"/>
          </a:xfrm>
        </p:spPr>
        <p:txBody>
          <a:bodyPr/>
          <a:lstStyle/>
          <a:p>
            <a:r>
              <a:rPr lang="pl-PL" sz="4800" dirty="0"/>
              <a:t>Konfigurowalne moduły wyświetlaczy alfanumerycznych LCD         z interfejsem równoległym i szeregowym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443276" y="6396017"/>
            <a:ext cx="9315373" cy="742279"/>
          </a:xfrm>
        </p:spPr>
        <p:txBody>
          <a:bodyPr>
            <a:noAutofit/>
          </a:bodyPr>
          <a:lstStyle/>
          <a:p>
            <a:r>
              <a:rPr lang="pl-PL" dirty="0">
                <a:solidFill>
                  <a:srgbClr val="2A1A00"/>
                </a:solidFill>
              </a:rPr>
              <a:t>Szymon Dobrowolski        Rafał Ryske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E84C612-4EEB-BC86-52A5-767FB7AA7D5A}"/>
              </a:ext>
            </a:extLst>
          </p:cNvPr>
          <p:cNvSpPr txBox="1"/>
          <p:nvPr/>
        </p:nvSpPr>
        <p:spPr>
          <a:xfrm>
            <a:off x="3433313" y="5767703"/>
            <a:ext cx="5162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/>
              <a:t>Promotor: dr inż. Krzysztof Arnold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2A4B76-349E-474E-4A3E-39773C0F7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pracy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E5EC69-EE12-4E80-2CA6-5D4BAAD4FFEC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pl-PL" dirty="0"/>
              <a:t>Przedmiotem niniejszej pracy magisterskiej jest stworzenie konfigurowalnego modułu wyświetlaczy alfanumerycznych LCD z interfejsem równoległym i szeregowym. Rozwiązanie to zostało opracowanie na potrzeby laboratoriów dydaktycznych jako wsparcie procesu nauczania.</a:t>
            </a:r>
          </a:p>
          <a:p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C42BD80-62CD-9A34-720C-2788124FC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41823"/>
            <a:ext cx="5639587" cy="173379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07DA1EA-7DB7-8F91-B2D9-E25455019F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93" y="3830128"/>
            <a:ext cx="4695620" cy="26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53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6226C1-F4BB-1122-0F7F-E6631A73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Zakres pracy</a:t>
            </a:r>
            <a:endParaRPr lang="en-US" dirty="0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2C02A1F-AB76-6934-CEE7-4AFD43EFE272}"/>
              </a:ext>
            </a:extLst>
          </p:cNvPr>
          <p:cNvSpPr/>
          <p:nvPr/>
        </p:nvSpPr>
        <p:spPr>
          <a:xfrm>
            <a:off x="4521679" y="1544128"/>
            <a:ext cx="31486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Analiza teoretyczna                 i sprzętowa</a:t>
            </a:r>
            <a:endParaRPr lang="en-US" dirty="0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A29A44A5-4C25-348A-7003-1A6B3018A943}"/>
              </a:ext>
            </a:extLst>
          </p:cNvPr>
          <p:cNvSpPr/>
          <p:nvPr/>
        </p:nvSpPr>
        <p:spPr>
          <a:xfrm>
            <a:off x="4521679" y="3263805"/>
            <a:ext cx="31486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Projektowanie sprzętowe PCB</a:t>
            </a:r>
            <a:endParaRPr lang="en-US" dirty="0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969B9C0-2833-C65A-D9E0-16391C7369F0}"/>
              </a:ext>
            </a:extLst>
          </p:cNvPr>
          <p:cNvSpPr/>
          <p:nvPr/>
        </p:nvSpPr>
        <p:spPr>
          <a:xfrm>
            <a:off x="4521679" y="4983483"/>
            <a:ext cx="31486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Analiza teoretyczna                 i sprzętowa</a:t>
            </a:r>
            <a:endParaRPr lang="en-US" dirty="0"/>
          </a:p>
        </p:txBody>
      </p:sp>
      <p:sp>
        <p:nvSpPr>
          <p:cNvPr id="7" name="Strzałka: w dół 6">
            <a:extLst>
              <a:ext uri="{FF2B5EF4-FFF2-40B4-BE49-F238E27FC236}">
                <a16:creationId xmlns:a16="http://schemas.microsoft.com/office/drawing/2014/main" id="{353E13D3-7458-B11C-7D81-8F2BB41B392B}"/>
              </a:ext>
            </a:extLst>
          </p:cNvPr>
          <p:cNvSpPr/>
          <p:nvPr/>
        </p:nvSpPr>
        <p:spPr>
          <a:xfrm>
            <a:off x="5775385" y="2458528"/>
            <a:ext cx="641230" cy="8052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dół 7">
            <a:extLst>
              <a:ext uri="{FF2B5EF4-FFF2-40B4-BE49-F238E27FC236}">
                <a16:creationId xmlns:a16="http://schemas.microsoft.com/office/drawing/2014/main" id="{ABF2FBBE-7733-1B92-A4D1-F027017822C6}"/>
              </a:ext>
            </a:extLst>
          </p:cNvPr>
          <p:cNvSpPr/>
          <p:nvPr/>
        </p:nvSpPr>
        <p:spPr>
          <a:xfrm>
            <a:off x="5775385" y="4178205"/>
            <a:ext cx="641230" cy="8052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9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33C306-7007-139F-E1D1-2E0467C5F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Projekt Płytki Drukowanej jako pomoc do laboratoriów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1286BB2-BDE3-8FD4-9187-DD75DA2B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>
                <a:ea typeface="+mn-lt"/>
                <a:cs typeface="+mn-lt"/>
              </a:rPr>
              <a:t>Płytka została zaprojektowana jako zaawansowane narzędzie laboratoryjne dla studentów. Rozwiązuje problem plątaniny kabli na płytkach stykowych, zachowując jednocześnie pełną swobodę konfiguracji sprzętowej.</a:t>
            </a:r>
          </a:p>
          <a:p>
            <a:endParaRPr lang="pl-PL" dirty="0"/>
          </a:p>
          <a:p>
            <a:r>
              <a:rPr lang="pl-PL" dirty="0">
                <a:ea typeface="+mn-lt"/>
                <a:cs typeface="+mn-lt"/>
              </a:rPr>
              <a:t>Umożliwia naukę niskopoziomowej komunikacji mikrokontrolera (dowolnego: </a:t>
            </a:r>
            <a:r>
              <a:rPr lang="pl-PL" dirty="0" err="1">
                <a:ea typeface="+mn-lt"/>
                <a:cs typeface="+mn-lt"/>
              </a:rPr>
              <a:t>Arduino</a:t>
            </a:r>
            <a:r>
              <a:rPr lang="pl-PL" dirty="0">
                <a:ea typeface="+mn-lt"/>
                <a:cs typeface="+mn-lt"/>
              </a:rPr>
              <a:t>, STM32, ESP32, </a:t>
            </a:r>
            <a:r>
              <a:rPr lang="pl-PL" dirty="0" err="1">
                <a:ea typeface="+mn-lt"/>
                <a:cs typeface="+mn-lt"/>
              </a:rPr>
              <a:t>Raspberry</a:t>
            </a:r>
            <a:r>
              <a:rPr lang="pl-PL" dirty="0">
                <a:ea typeface="+mn-lt"/>
                <a:cs typeface="+mn-lt"/>
              </a:rPr>
              <a:t> Pi) z peryferiami poprzez magistralę I²C, a następnie mapowanie odebranych sygnałów na interfejs równoległy wyświetlacza LCD (HD44780).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3934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51980F-4ACB-6541-F1A6-17666B8F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Symbol zastępczy zawartości 6" descr="Obraz zawierający diagram, Rysunek techniczny, Plan, tekst&#10;&#10;Zawartość wygenerowana przez AI może być niepoprawna.">
            <a:extLst>
              <a:ext uri="{FF2B5EF4-FFF2-40B4-BE49-F238E27FC236}">
                <a16:creationId xmlns:a16="http://schemas.microsoft.com/office/drawing/2014/main" id="{E8DC9AF4-7DF3-D60E-2644-A5F34C39A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717" y="1"/>
            <a:ext cx="9590243" cy="68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9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719B20-771E-5CC6-E660-2A1717AA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obwód, tekst, elektronika, Inżynieria elektroniczna&#10;&#10;Zawartość wygenerowana przez AI może być niepoprawna.">
            <a:extLst>
              <a:ext uri="{FF2B5EF4-FFF2-40B4-BE49-F238E27FC236}">
                <a16:creationId xmlns:a16="http://schemas.microsoft.com/office/drawing/2014/main" id="{E920173E-8BEA-554A-B232-3960AE779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6500" y="1"/>
            <a:ext cx="7099428" cy="657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7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9DF2FC-42E4-31A9-8E27-20EFA0D0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Wyświetlacze Oparte na sterowniku HD44780U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7F9678-F07D-5C97-F442-FDF3A565B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498851" cy="3593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Wyświetlacz zasilany 5V.</a:t>
            </a:r>
          </a:p>
          <a:p>
            <a:r>
              <a:rPr lang="pl-PL" dirty="0"/>
              <a:t>Testowane rozdzielczości 4x20 oraz 2x16.</a:t>
            </a:r>
          </a:p>
          <a:p>
            <a:r>
              <a:rPr lang="pl-PL" dirty="0"/>
              <a:t>Standardowy 8-bitowy lub 4-bitowy interfejs równoległy oraz trzy linie sterujące RS, RW, E.</a:t>
            </a:r>
          </a:p>
          <a:p>
            <a:r>
              <a:rPr lang="pl-PL" dirty="0"/>
              <a:t> Standardowe instrukcje dla sterownika HD44780U.</a:t>
            </a:r>
          </a:p>
          <a:p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81BF7F6-7841-D9A9-70D6-8A9061ADB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529" y="1194399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1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09EE2E-4C05-29EF-EB8E-C2975A1BA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Implementacje transmisji szeregowej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127C17-8340-0F30-EABB-1DFFEBE1B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175001" cy="3593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Za pomocą protokołu I2C:</a:t>
            </a:r>
          </a:p>
          <a:p>
            <a:pPr lvl="1"/>
            <a:r>
              <a:rPr lang="pl-PL" dirty="0"/>
              <a:t>PCF8574</a:t>
            </a:r>
          </a:p>
          <a:p>
            <a:pPr lvl="1"/>
            <a:r>
              <a:rPr lang="pl-PL" dirty="0"/>
              <a:t>MCP23017.</a:t>
            </a:r>
          </a:p>
          <a:p>
            <a:r>
              <a:rPr lang="pl-PL" dirty="0"/>
              <a:t>Za pomocą protokołu SPI:</a:t>
            </a:r>
          </a:p>
          <a:p>
            <a:pPr lvl="1"/>
            <a:r>
              <a:rPr lang="pl-PL" dirty="0"/>
              <a:t>SN74HC595N</a:t>
            </a:r>
          </a:p>
          <a:p>
            <a:pPr lvl="1"/>
            <a:r>
              <a:rPr lang="pl-PL" dirty="0"/>
              <a:t>MCP23S17.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94D3292A-E68F-3B52-7A17-8C9F8F8CC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341" y="3290129"/>
            <a:ext cx="1930389" cy="1668852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3C687043-9A3B-C3BA-3280-59A449348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906" y="832061"/>
            <a:ext cx="2996937" cy="3005523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184C2367-CD46-66E1-0E9D-0B5380B2E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896" y="1973922"/>
            <a:ext cx="2322034" cy="2322034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349DE78-B881-9D6E-30C9-AC5218AD8F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018" y="4843650"/>
            <a:ext cx="2283555" cy="163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4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00D4B8-DF24-9DDD-D6CC-D479E454C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Specyfikacja układu MCP23017     i MCP23S17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2B0E69-FB85-DBB7-BC6E-C3CF9E40B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Napięcie zasilania (</a:t>
            </a:r>
            <a:r>
              <a:rPr lang="pl-PL" dirty="0" err="1"/>
              <a:t>Vdd</a:t>
            </a:r>
            <a:r>
              <a:rPr lang="pl-PL" dirty="0"/>
              <a:t>): od 1,8 V do 5,5 V.</a:t>
            </a:r>
          </a:p>
          <a:p>
            <a:r>
              <a:rPr lang="pl-PL" dirty="0"/>
              <a:t>16 portów dwukierunkowych I/O, podzielonych na port </a:t>
            </a:r>
            <a:r>
              <a:rPr lang="pl-PL" dirty="0" err="1"/>
              <a:t>PORT</a:t>
            </a:r>
            <a:r>
              <a:rPr lang="pl-PL" dirty="0"/>
              <a:t> A (GPA0-GPA7) oraz PORT B (GPB0-GPB7).</a:t>
            </a:r>
          </a:p>
          <a:p>
            <a:r>
              <a:rPr lang="pl-PL" dirty="0"/>
              <a:t>Maksymalny prąd wpływający do układu: 125 </a:t>
            </a:r>
            <a:r>
              <a:rPr lang="pl-PL" dirty="0" err="1"/>
              <a:t>mA</a:t>
            </a:r>
            <a:r>
              <a:rPr lang="pl-PL" dirty="0"/>
              <a:t>, wypływający 150 </a:t>
            </a:r>
            <a:r>
              <a:rPr lang="pl-PL" dirty="0" err="1"/>
              <a:t>mA</a:t>
            </a:r>
            <a:r>
              <a:rPr lang="pl-PL" dirty="0"/>
              <a:t>.</a:t>
            </a:r>
          </a:p>
          <a:p>
            <a:r>
              <a:rPr lang="pl-PL" dirty="0"/>
              <a:t>2 Piny przerwań INTA oraz INTB.</a:t>
            </a:r>
          </a:p>
          <a:p>
            <a:r>
              <a:rPr lang="pl-PL" dirty="0"/>
              <a:t>Trzy piny adresowe (A0, A1, A2).</a:t>
            </a:r>
          </a:p>
          <a:p>
            <a:r>
              <a:rPr lang="pl-PL" dirty="0"/>
              <a:t>Odwracanie polaryzacji wejść (IPOL).</a:t>
            </a:r>
          </a:p>
          <a:p>
            <a:r>
              <a:rPr lang="pl-PL" dirty="0"/>
              <a:t>Wewnętrzne rezystory podciągające (GPPU).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41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B7C731-F625-BF0D-B83C-70E8B00A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MCP23017 (I2C)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FE0261-A7E8-B429-BCB1-DBDF020A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3234"/>
            <a:ext cx="10178322" cy="3593591"/>
          </a:xfrm>
        </p:spPr>
        <p:txBody>
          <a:bodyPr/>
          <a:lstStyle/>
          <a:p>
            <a:r>
              <a:rPr lang="pl-PL" dirty="0"/>
              <a:t>Prędkości magistrali I2C:</a:t>
            </a:r>
          </a:p>
          <a:p>
            <a:pPr lvl="1"/>
            <a:r>
              <a:rPr lang="pl-PL" dirty="0"/>
              <a:t>Standard (100 kHz)</a:t>
            </a:r>
          </a:p>
          <a:p>
            <a:pPr lvl="1"/>
            <a:r>
              <a:rPr lang="pl-PL" dirty="0"/>
              <a:t>Fast (400 kHz)</a:t>
            </a:r>
          </a:p>
          <a:p>
            <a:pPr lvl="1"/>
            <a:r>
              <a:rPr lang="pl-PL" dirty="0"/>
              <a:t>High-</a:t>
            </a:r>
            <a:r>
              <a:rPr lang="pl-PL" dirty="0" err="1"/>
              <a:t>Speed</a:t>
            </a:r>
            <a:r>
              <a:rPr lang="pl-PL" dirty="0"/>
              <a:t> (do 1,7 MHz)</a:t>
            </a:r>
            <a:endParaRPr lang="en-US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2D8AA43-C04E-5100-D556-12850B348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3179965"/>
            <a:ext cx="73152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1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419949-CE83-41B0-BFDC-8CCFA6A4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MCP23S17 (SPI)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FF952A-D6FC-02A8-5CC9-CFF327522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519" y="2019813"/>
            <a:ext cx="6212417" cy="3593591"/>
          </a:xfrm>
        </p:spPr>
        <p:txBody>
          <a:bodyPr/>
          <a:lstStyle/>
          <a:p>
            <a:pPr algn="just"/>
            <a:r>
              <a:rPr lang="pl-PL" dirty="0"/>
              <a:t>Interfejs komunikacji 4 przewodowy (SCK, SI, SO, SS).</a:t>
            </a:r>
          </a:p>
          <a:p>
            <a:pPr algn="just"/>
            <a:r>
              <a:rPr lang="pl-PL" dirty="0"/>
              <a:t>Maksymalna prędkość zegara (SCK) do 10 MHz. </a:t>
            </a:r>
          </a:p>
          <a:p>
            <a:pPr algn="just"/>
            <a:r>
              <a:rPr lang="pl-PL" dirty="0"/>
              <a:t>Unikalne adresowanie sprzętowe w SPI - zazwyczaj      w SPI każdy układ podrzędny wymaga osobnego </a:t>
            </a:r>
            <a:r>
              <a:rPr lang="pl-PL" dirty="0" err="1"/>
              <a:t>pinu</a:t>
            </a:r>
            <a:r>
              <a:rPr lang="pl-PL" dirty="0"/>
              <a:t> CS od mikrokontrolera. MCP23S17 posiada                piny adresowe (A0, A1, A2). Włączając bit HAEN można podłączyć do 8 układów MCP23S17 do tej samej linii SS.</a:t>
            </a:r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88875DD-9781-6DBE-D7B9-26B1D8AFC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936" y="2019813"/>
            <a:ext cx="4972744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5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4153BD-7F50-7DA9-27AF-5FD2E182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Implementacja i2c za pomocą MCP23017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522CD3-AC25-861E-8BDA-10EB26E43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Mikrokontroler nie steruje bezpośrednio wyświetlaczem tylko pośrednio za pomocą układu MCP23017. Dzięki temu zużywa dwa piny do komunikacji I2C (SDA i SCL) oraz pin RESETU.</a:t>
            </a:r>
          </a:p>
          <a:p>
            <a:r>
              <a:rPr lang="pl-PL" dirty="0"/>
              <a:t>Niskopoziomowa obsługa I2C (w przypadku AVR – TWI).</a:t>
            </a:r>
          </a:p>
          <a:p>
            <a:r>
              <a:rPr lang="pl-PL" dirty="0"/>
              <a:t>Konfiguracja i sterowanie ekspanderem.</a:t>
            </a:r>
          </a:p>
          <a:p>
            <a:r>
              <a:rPr lang="pl-PL" dirty="0"/>
              <a:t>Obsługa wyświetlacza w trybie 8-bitowym.</a:t>
            </a:r>
          </a:p>
          <a:p>
            <a:r>
              <a:rPr lang="pl-PL" dirty="0"/>
              <a:t>Licznik i przerwania (zliczanie czasu działania).</a:t>
            </a:r>
          </a:p>
        </p:txBody>
      </p:sp>
    </p:spTree>
    <p:extLst>
      <p:ext uri="{BB962C8B-B14F-4D97-AF65-F5344CB8AC3E}">
        <p14:creationId xmlns:p14="http://schemas.microsoft.com/office/powerpoint/2010/main" val="266385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BD2721-E9D6-7CE9-1CFD-7EFE9743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Implementacja za pomocą SPI	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592E11-A1A2-3452-523F-133E6F19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 tym przypadku mikrokontroler steruje wyświetlaczem poprzez układ MCP23S17.  W tej implementacji potrzebne są cztery linie MOSI, MISO, SCK oraz wyboru układu SS. </a:t>
            </a:r>
          </a:p>
          <a:p>
            <a:r>
              <a:rPr lang="pl-PL" dirty="0"/>
              <a:t> SPI wymaga więcej </a:t>
            </a:r>
            <a:r>
              <a:rPr lang="pl-PL" dirty="0" err="1"/>
              <a:t>pinów</a:t>
            </a:r>
            <a:r>
              <a:rPr lang="pl-PL" dirty="0"/>
              <a:t>, ale jest szybsze i stabilniejsze na większe odległości.</a:t>
            </a:r>
          </a:p>
          <a:p>
            <a:r>
              <a:rPr lang="pl-PL" dirty="0"/>
              <a:t>Wykorzystuje sprzętowe SPI w mikrokontrolerze AVR.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1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50C1B-66DE-9154-B4CD-5540EC9B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4B8C8A-159B-4B45-DCA5-0522C105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B1EB8D34-594F-4F50-FEF7-542398CFA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76" y="125788"/>
            <a:ext cx="9523447" cy="660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22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3712C-3123-7BD0-B7A4-A0491384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C2A810-ABCA-1492-12EB-DF82202F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8CB59D5-E0E9-70B0-FBD2-C5196E4B3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55" y="150074"/>
            <a:ext cx="6495690" cy="65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51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75C881-5325-6C3A-62C8-18717561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Implementacja na ESP32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FC291E-DFCB-0ECF-4E2A-13962676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Wykorzystuje napięcie 3,3 V. </a:t>
            </a:r>
          </a:p>
          <a:p>
            <a:r>
              <a:rPr lang="pl-PL" dirty="0"/>
              <a:t>Układy z rodziny MCP współpracują zarówno z napięciem 3,3 V oraz 5 V.</a:t>
            </a:r>
          </a:p>
          <a:p>
            <a:r>
              <a:rPr lang="pl-PL" dirty="0"/>
              <a:t>Układ ESP działa na 3,3 V i podanie 5V spowoduje spalenie układu.</a:t>
            </a:r>
          </a:p>
          <a:p>
            <a:r>
              <a:rPr lang="pl-PL" dirty="0"/>
              <a:t>Wyświetlacz według noty katalogowej przyjmuje sygnały logiczne na poziomie od 0 V do 5 V, jednak eksperyment wykazał poprawne działanie układu na poziomach logicznych od 0V do 3,3V, aczkolwiek należy dopilnować, aby pin RW był ustawiony wyłącznie w tryb zapisu, gdyż wysłanie 5 V na układ CMOS może go uszkodzić.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506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633B22-5DE5-842C-F44D-79F65209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 </a:t>
            </a:r>
            <a:r>
              <a:rPr lang="pl-PL" dirty="0" err="1"/>
              <a:t>autoinkrementacji</a:t>
            </a:r>
            <a:r>
              <a:rPr lang="pl-PL" dirty="0"/>
              <a:t> licznika 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1C32CD-BC1E-0FF9-2DFB-14E19423D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Badanie potwierdza, że układ MCP23017 domyślnie pracuje w trybie sekwencyjnym (SEQOP = 0 w rejestrze konfiguracji). </a:t>
            </a:r>
          </a:p>
          <a:p>
            <a:r>
              <a:rPr lang="pl-PL" dirty="0"/>
              <a:t>Każdy zapisany lub odczytany bajt powoduje sprzętową </a:t>
            </a:r>
            <a:r>
              <a:rPr lang="pl-PL" dirty="0" err="1"/>
              <a:t>autoinkrementację</a:t>
            </a:r>
            <a:r>
              <a:rPr lang="pl-PL" dirty="0"/>
              <a:t> wskaźnika adresu o wartość +1. Udowodniono, że wskaźnik adresu wewnątrz układu ma charakter zapętlony (tzw. bufor cykliczny).  Przekroczenie maksymalnego dostępnego adresu w pamięci rejestrów (0x15) nie powoduje błędu magistrali I2C (układ nadal wysyła sygnał ACK),  nie zawiesza mikrokontrolera docelowego, lecz powoduje jego natychmiastowe "zawinięcie" (</a:t>
            </a:r>
            <a:r>
              <a:rPr lang="pl-PL" dirty="0" err="1"/>
              <a:t>rollover</a:t>
            </a:r>
            <a:r>
              <a:rPr lang="pl-PL" dirty="0"/>
              <a:t>) do adresu początkowego (0x00).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52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786AD9-00E1-9E2B-587E-2CF4EA74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Mapa rejestrów układów MCP23017 oraz MCP23S17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E78691A8-19A1-8386-AF4E-051F1131B1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198455"/>
              </p:ext>
            </p:extLst>
          </p:nvPr>
        </p:nvGraphicFramePr>
        <p:xfrm>
          <a:off x="1251678" y="1737360"/>
          <a:ext cx="9935631" cy="5120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9173">
                  <a:extLst>
                    <a:ext uri="{9D8B030D-6E8A-4147-A177-3AD203B41FA5}">
                      <a16:colId xmlns:a16="http://schemas.microsoft.com/office/drawing/2014/main" val="1839348963"/>
                    </a:ext>
                  </a:extLst>
                </a:gridCol>
                <a:gridCol w="2283712">
                  <a:extLst>
                    <a:ext uri="{9D8B030D-6E8A-4147-A177-3AD203B41FA5}">
                      <a16:colId xmlns:a16="http://schemas.microsoft.com/office/drawing/2014/main" val="2606478114"/>
                    </a:ext>
                  </a:extLst>
                </a:gridCol>
                <a:gridCol w="5842746">
                  <a:extLst>
                    <a:ext uri="{9D8B030D-6E8A-4147-A177-3AD203B41FA5}">
                      <a16:colId xmlns:a16="http://schemas.microsoft.com/office/drawing/2014/main" val="1656107256"/>
                    </a:ext>
                  </a:extLst>
                </a:gridCol>
              </a:tblGrid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b="1" dirty="0">
                          <a:effectLst/>
                        </a:rPr>
                        <a:t>Adres (</a:t>
                      </a:r>
                      <a:r>
                        <a:rPr lang="pl-PL" sz="1400" b="1" err="1">
                          <a:effectLst/>
                        </a:rPr>
                        <a:t>Hex</a:t>
                      </a:r>
                      <a:r>
                        <a:rPr lang="pl-PL" sz="1400" b="1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b="1" dirty="0">
                          <a:effectLst/>
                        </a:rPr>
                        <a:t>Nazwa Rejestru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b="1" dirty="0">
                          <a:effectLst/>
                        </a:rPr>
                        <a:t>Opis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90613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IODIRA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Kierunek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 Portu A (1 = Wejście, 0 = Wyjście)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775210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IODIRB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Kierunek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 Portu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854390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IPOLA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Polaryzacja wejść Portu A (odwracanie stanów logicznych)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809016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IPOLB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Polaryzacja wejść Portu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30645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GPINTENA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Włączenie przerwań dla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 Portu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40249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GPINTENB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Włączenie przerwań dla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 Portu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44831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DEFVALA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Domyślna wartość do porównań przerwań (Port A)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019108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DEFVALB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Domyślna wartość do porównań przerwań (Port B)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685943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INTCONA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Konfiguracja sposobu generowania przerwań (Port A)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345524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INTCONB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Konfiguracja sposobu generowania przerwań (Port B)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227552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IOCON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Rejestr konfiguracji globalnej (wspólny) m.in. flaga SEQOP i BANK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916255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IOCON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Kopia rejestru konfiguracji globalnej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393102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GPPUA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Włączenie wewnętrznych rezystorów </a:t>
                      </a:r>
                      <a:r>
                        <a:rPr lang="pl-PL" sz="1400" err="1">
                          <a:effectLst/>
                        </a:rPr>
                        <a:t>Pull-Up</a:t>
                      </a:r>
                      <a:r>
                        <a:rPr lang="pl-PL" sz="1400" dirty="0">
                          <a:effectLst/>
                        </a:rPr>
                        <a:t> (Port A)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43366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GPPUB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Włączenie wewnętrznych rezystorów </a:t>
                      </a:r>
                      <a:r>
                        <a:rPr lang="pl-PL" sz="1400" err="1">
                          <a:effectLst/>
                        </a:rPr>
                        <a:t>Pull-Up</a:t>
                      </a:r>
                      <a:r>
                        <a:rPr lang="pl-PL" sz="1400" dirty="0">
                          <a:effectLst/>
                        </a:rPr>
                        <a:t> (Port B)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08972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INTFA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Flaga przerwania - wskazuje, który pin wywołał przerwanie (Port A)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904763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0x0F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INTFB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Flaga przerwania (Port B)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80237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INTCAPA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Przechwycony stan portu A w momencie wystąpienia przerwania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72199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INTCAPB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Przechwycony stan portu B w momencie wystąpienia przerwania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975757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GPIOA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Odczyt stanu logicznego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 Portu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957057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GPIOB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Odczyt stanu logicznego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 Portu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403662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OLATA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Zatrzask wyjściowy Portu A (Zapis do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515723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0x15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OLATB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Zatrzask wyjściowy Portu B (Zapis do </a:t>
                      </a:r>
                      <a:r>
                        <a:rPr lang="pl-PL" sz="1400" err="1">
                          <a:effectLst/>
                        </a:rPr>
                        <a:t>pinów</a:t>
                      </a:r>
                      <a:r>
                        <a:rPr lang="pl-PL" sz="14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94808"/>
                  </a:ext>
                </a:extLst>
              </a:tr>
              <a:tr h="1552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Po 0x15...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(</a:t>
                      </a:r>
                      <a:r>
                        <a:rPr lang="pl-PL" sz="1400" err="1">
                          <a:effectLst/>
                        </a:rPr>
                        <a:t>Rollover</a:t>
                      </a:r>
                      <a:r>
                        <a:rPr lang="pl-PL" sz="14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400" dirty="0">
                          <a:effectLst/>
                        </a:rPr>
                        <a:t>Wskaźnik wraca sprzętowo do adresu 0x00 (IODIRA)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920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62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504AC2-47D0-BEC9-DB35-B6A0D416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odległości oraz prędkości magistrali I2C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9DC43B-563B-B58C-32AD-A6BA76171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Pomiary wykonano dla kilku długości przewodu (skrętka komputerowa) od 0,5m do 10m.</a:t>
            </a:r>
          </a:p>
          <a:p>
            <a:r>
              <a:rPr lang="pl-PL" dirty="0"/>
              <a:t>Maksymalna dopuszczalna częstotliwość transmisji (układ MCP) 1,7 MHz.</a:t>
            </a:r>
          </a:p>
          <a:p>
            <a:r>
              <a:rPr lang="pl-PL" dirty="0"/>
              <a:t>Test przeprowadzono z użyciem implementacji na mikrokontrolerze ESP32.</a:t>
            </a:r>
          </a:p>
          <a:p>
            <a:r>
              <a:rPr lang="pl-PL" dirty="0"/>
              <a:t>Wynik testu był zależny od tego, czy program się uruchamiał i jaką </a:t>
            </a:r>
            <a:r>
              <a:rPr lang="pl-PL"/>
              <a:t>miał stabilność.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86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BFD667-3094-F6BF-40AC-EEEDB9DF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odległości oraz prędkości magistrali I2C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16D308E9-908A-BCDD-0054-B9670CE3C5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049141"/>
              </p:ext>
            </p:extLst>
          </p:nvPr>
        </p:nvGraphicFramePr>
        <p:xfrm>
          <a:off x="1250950" y="2276230"/>
          <a:ext cx="4686243" cy="32918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163818">
                  <a:extLst>
                    <a:ext uri="{9D8B030D-6E8A-4147-A177-3AD203B41FA5}">
                      <a16:colId xmlns:a16="http://schemas.microsoft.com/office/drawing/2014/main" val="149179573"/>
                    </a:ext>
                  </a:extLst>
                </a:gridCol>
                <a:gridCol w="1691876">
                  <a:extLst>
                    <a:ext uri="{9D8B030D-6E8A-4147-A177-3AD203B41FA5}">
                      <a16:colId xmlns:a16="http://schemas.microsoft.com/office/drawing/2014/main" val="2349899205"/>
                    </a:ext>
                  </a:extLst>
                </a:gridCol>
                <a:gridCol w="1830549">
                  <a:extLst>
                    <a:ext uri="{9D8B030D-6E8A-4147-A177-3AD203B41FA5}">
                      <a16:colId xmlns:a16="http://schemas.microsoft.com/office/drawing/2014/main" val="382055861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Długość kabla [m]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Częstotliwość [</a:t>
                      </a:r>
                      <a:r>
                        <a:rPr lang="pl-PL" dirty="0" err="1"/>
                        <a:t>Hz</a:t>
                      </a:r>
                      <a:r>
                        <a:rPr lang="pl-PL" dirty="0"/>
                        <a:t>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Czy działa [tak/nie]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23056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229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200 000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9421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300 000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538740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400 000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15156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500 000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5738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600 000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303597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700 000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89700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800 000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4723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900 000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35967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0,5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1 000 000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zaczyna się psuć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33542437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465B550-3F33-BAD5-790A-B9C02B439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881538"/>
              </p:ext>
            </p:extLst>
          </p:nvPr>
        </p:nvGraphicFramePr>
        <p:xfrm>
          <a:off x="6428154" y="2256692"/>
          <a:ext cx="4673668" cy="3333079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301343">
                  <a:extLst>
                    <a:ext uri="{9D8B030D-6E8A-4147-A177-3AD203B41FA5}">
                      <a16:colId xmlns:a16="http://schemas.microsoft.com/office/drawing/2014/main" val="1493737095"/>
                    </a:ext>
                  </a:extLst>
                </a:gridCol>
                <a:gridCol w="1772520">
                  <a:extLst>
                    <a:ext uri="{9D8B030D-6E8A-4147-A177-3AD203B41FA5}">
                      <a16:colId xmlns:a16="http://schemas.microsoft.com/office/drawing/2014/main" val="614132035"/>
                    </a:ext>
                  </a:extLst>
                </a:gridCol>
                <a:gridCol w="1599805">
                  <a:extLst>
                    <a:ext uri="{9D8B030D-6E8A-4147-A177-3AD203B41FA5}">
                      <a16:colId xmlns:a16="http://schemas.microsoft.com/office/drawing/2014/main" val="1460849849"/>
                    </a:ext>
                  </a:extLst>
                </a:gridCol>
              </a:tblGrid>
              <a:tr h="5640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Długość kabla [m]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Częstotliwość [</a:t>
                      </a:r>
                      <a:r>
                        <a:rPr lang="pl-PL" dirty="0" err="1"/>
                        <a:t>Hz</a:t>
                      </a:r>
                      <a:r>
                        <a:rPr lang="pl-PL" dirty="0"/>
                        <a:t>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Czy działa [tak/nie]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0885569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78757213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200 000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6517653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300 000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0996155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400 000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37983928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500 000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6101284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600 000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99073453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700 000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4331342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800 000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326279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900 000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9448181"/>
                  </a:ext>
                </a:extLst>
              </a:tr>
              <a:tr h="276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1 000 000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173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172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6407BE-868A-3BFD-A7B9-B4C8E146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odległości oraz prędkości magistrali I2C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AAEA288C-7318-B02C-FBCD-CBBE872B8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208299"/>
              </p:ext>
            </p:extLst>
          </p:nvPr>
        </p:nvGraphicFramePr>
        <p:xfrm>
          <a:off x="1147313" y="2286000"/>
          <a:ext cx="4704291" cy="402166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172137">
                  <a:extLst>
                    <a:ext uri="{9D8B030D-6E8A-4147-A177-3AD203B41FA5}">
                      <a16:colId xmlns:a16="http://schemas.microsoft.com/office/drawing/2014/main" val="3252305544"/>
                    </a:ext>
                  </a:extLst>
                </a:gridCol>
                <a:gridCol w="1576916">
                  <a:extLst>
                    <a:ext uri="{9D8B030D-6E8A-4147-A177-3AD203B41FA5}">
                      <a16:colId xmlns:a16="http://schemas.microsoft.com/office/drawing/2014/main" val="4005068182"/>
                    </a:ext>
                  </a:extLst>
                </a:gridCol>
                <a:gridCol w="1955238">
                  <a:extLst>
                    <a:ext uri="{9D8B030D-6E8A-4147-A177-3AD203B41FA5}">
                      <a16:colId xmlns:a16="http://schemas.microsoft.com/office/drawing/2014/main" val="2200622527"/>
                    </a:ext>
                  </a:extLst>
                </a:gridCol>
              </a:tblGrid>
              <a:tr h="5745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Długość kabla [m]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Częstotliwość [</a:t>
                      </a:r>
                      <a:r>
                        <a:rPr lang="pl-PL" dirty="0" err="1">
                          <a:effectLst/>
                        </a:rPr>
                        <a:t>Hz</a:t>
                      </a:r>
                      <a:r>
                        <a:rPr lang="pl-PL" dirty="0">
                          <a:effectLst/>
                        </a:rPr>
                        <a:t>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Czy działa [tak/nie]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1163846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9190912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200 000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29150633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300 000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9780295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400 000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2064488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500 000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80496759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600 000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1549244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700 000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68784120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800 000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5577691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900 000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67991997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1 000 000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06534302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1 100 000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tak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2448829"/>
                  </a:ext>
                </a:extLst>
              </a:tr>
              <a:tr h="28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1 200 000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/>
                        <a:t>niestabilne działanie</a:t>
                      </a:r>
                      <a:endParaRPr lang="pl-PL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682519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7858A9F-AC1F-7200-5F81-F880EEDBF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203695"/>
              </p:ext>
            </p:extLst>
          </p:nvPr>
        </p:nvGraphicFramePr>
        <p:xfrm>
          <a:off x="6338277" y="2281311"/>
          <a:ext cx="4641866" cy="404173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467256">
                  <a:extLst>
                    <a:ext uri="{9D8B030D-6E8A-4147-A177-3AD203B41FA5}">
                      <a16:colId xmlns:a16="http://schemas.microsoft.com/office/drawing/2014/main" val="3449162635"/>
                    </a:ext>
                  </a:extLst>
                </a:gridCol>
                <a:gridCol w="1433358">
                  <a:extLst>
                    <a:ext uri="{9D8B030D-6E8A-4147-A177-3AD203B41FA5}">
                      <a16:colId xmlns:a16="http://schemas.microsoft.com/office/drawing/2014/main" val="2631783785"/>
                    </a:ext>
                  </a:extLst>
                </a:gridCol>
                <a:gridCol w="1741252">
                  <a:extLst>
                    <a:ext uri="{9D8B030D-6E8A-4147-A177-3AD203B41FA5}">
                      <a16:colId xmlns:a16="http://schemas.microsoft.com/office/drawing/2014/main" val="3346960604"/>
                    </a:ext>
                  </a:extLst>
                </a:gridCol>
              </a:tblGrid>
              <a:tr h="665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Długość kabla [m]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Częstotliwoś</a:t>
                      </a:r>
                      <a:r>
                        <a:rPr lang="pl-PL" dirty="0">
                          <a:effectLst/>
                        </a:rPr>
                        <a:t>ć</a:t>
                      </a:r>
                      <a:r>
                        <a:rPr lang="pl-PL">
                          <a:effectLst/>
                        </a:rPr>
                        <a:t> [</a:t>
                      </a:r>
                      <a:r>
                        <a:rPr lang="pl-PL" err="1">
                          <a:effectLst/>
                        </a:rPr>
                        <a:t>Hz</a:t>
                      </a:r>
                      <a:r>
                        <a:rPr lang="pl-PL" dirty="0">
                          <a:effectLst/>
                        </a:rPr>
                        <a:t>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Czy działa [tak/nie]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2693951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3115900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200 000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0864750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300 000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5302721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400 000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5853349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500 000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71669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600 000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4717632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700 000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9808178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800 000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950221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900 000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04522044"/>
                  </a:ext>
                </a:extLst>
              </a:tr>
              <a:tr h="33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1 000 000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/>
                        <a:t>nie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44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980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D09FD3-1B2C-27D2-E5D8-C6CED080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odległości oraz prędkości magistrali I2C</a:t>
            </a: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80C3F906-8A18-FDB7-A688-CA6A53CE8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7729" y="2193943"/>
            <a:ext cx="3081638" cy="410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10885A81-C56E-AE46-F20B-2565506660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92551" y="2224481"/>
            <a:ext cx="4960667" cy="372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12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5F1AD4-54B4-3930-803C-0680B8B9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odległości oraz prędkości magistrali I2C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79A379-4B24-EF6C-F833-7C399CDC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>
                <a:ea typeface="+mn-lt"/>
                <a:cs typeface="+mn-lt"/>
              </a:rPr>
              <a:t>Przy napięciu 3,3 V i rezystorze 1 k</a:t>
            </a:r>
            <a:r>
              <a:rPr lang="el-GR" dirty="0">
                <a:ea typeface="+mn-lt"/>
                <a:cs typeface="+mn-lt"/>
              </a:rPr>
              <a:t>Ω</a:t>
            </a:r>
            <a:r>
              <a:rPr lang="pl-PL" dirty="0">
                <a:ea typeface="+mn-lt"/>
                <a:cs typeface="+mn-lt"/>
              </a:rPr>
              <a:t> bezpieczną i gwarantowaną (powtarzalną w każdym z testów działających) maksymalną częstotliwością jest </a:t>
            </a:r>
            <a:r>
              <a:rPr lang="pl-PL" b="1" dirty="0">
                <a:ea typeface="+mn-lt"/>
                <a:cs typeface="+mn-lt"/>
              </a:rPr>
              <a:t>900 kHz na dystansie do 2 metrów</a:t>
            </a:r>
            <a:r>
              <a:rPr lang="pl-PL" dirty="0">
                <a:ea typeface="+mn-lt"/>
                <a:cs typeface="+mn-lt"/>
              </a:rPr>
              <a:t>. Przekroczenie tej długości powoduje drastyczne i natychmiastowe zerwanie komunikacji, co wymagałoby zastosowania specjalnych układów wzmacniających buforów magistrali I²C (np. układu P82B715) lub zmniejszenia wartości rezystora podciągającego, co jest niemożliwe z racji wydajności prądowej </a:t>
            </a:r>
            <a:r>
              <a:rPr lang="pl-PL" dirty="0" err="1">
                <a:ea typeface="+mn-lt"/>
                <a:cs typeface="+mn-lt"/>
              </a:rPr>
              <a:t>pinów</a:t>
            </a:r>
            <a:r>
              <a:rPr lang="pl-PL" dirty="0">
                <a:ea typeface="+mn-lt"/>
                <a:cs typeface="+mn-lt"/>
              </a:rPr>
              <a:t> i zapasu mocy ekspanderów.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14079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C520B2-6530-4F04-5EB0-C1E779B6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odległości oraz prędkości magistrali I2C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A58A70E-3FB9-787D-E5B6-AB6D712D4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Krótki kabel 0,5 m zaczął wykazywać problemy ("zaczyna się psuć") już przy 1 MHz.</a:t>
            </a:r>
          </a:p>
          <a:p>
            <a:r>
              <a:rPr lang="pl-PL" dirty="0"/>
              <a:t>Z kolei dłuższe kable 1 m i 2 m poradziły sobie z tą samą częstotliwością 1 MHz bezbłędnie.</a:t>
            </a:r>
          </a:p>
          <a:p>
            <a:endParaRPr lang="pl-PL" dirty="0"/>
          </a:p>
          <a:p>
            <a:r>
              <a:rPr lang="pl-PL" dirty="0">
                <a:ea typeface="+mn-lt"/>
                <a:cs typeface="+mn-lt"/>
              </a:rPr>
              <a:t>Teoretycznie najkrótszy kabel powinien obsługiwać najwyższe częstotliwości.</a:t>
            </a:r>
            <a:endParaRPr lang="pl-PL" dirty="0"/>
          </a:p>
          <a:p>
            <a:r>
              <a:rPr lang="pl-PL" dirty="0"/>
              <a:t>Przy tak mocnym podciąganiu 1 k</a:t>
            </a:r>
            <a:r>
              <a:rPr lang="el-GR" dirty="0"/>
              <a:t>Ω</a:t>
            </a:r>
            <a:r>
              <a:rPr lang="pl-PL" dirty="0"/>
              <a:t> na bardzo krótkim odcinku, energia sygnału nie ma gdzie się rozproszyć i może powodować odbicia fałszujące odczyt bitów przez mikrokontroler. Dłuższy kabel działa tu jak naturalny tłumik.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25460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E62DB1-377D-A8FF-C3AB-C8C0C47E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9600" dirty="0"/>
              <a:t>CO DALEJ?</a:t>
            </a:r>
          </a:p>
        </p:txBody>
      </p:sp>
      <p:pic>
        <p:nvPicPr>
          <p:cNvPr id="1026" name="Picture 2" descr="Myśliciel – Wikipedia, wolna encyklopedia">
            <a:extLst>
              <a:ext uri="{FF2B5EF4-FFF2-40B4-BE49-F238E27FC236}">
                <a16:creationId xmlns:a16="http://schemas.microsoft.com/office/drawing/2014/main" id="{45A18E14-862C-076B-323F-1E8F0CBEBB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813345" y="2656356"/>
            <a:ext cx="4691033" cy="31273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42345"/>
      </p:ext>
    </p:extLst>
  </p:cSld>
  <p:clrMapOvr>
    <a:masterClrMapping/>
  </p:clrMapOvr>
</p:sld>
</file>

<file path=ppt/theme/theme1.xml><?xml version="1.0" encoding="utf-8"?>
<a:theme xmlns:a="http://schemas.openxmlformats.org/drawingml/2006/main" name="Znaczek">
  <a:themeElements>
    <a:clrScheme name="Znaczek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Znaczek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Znacze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TM10001106[[fn=Znaczek]]</Template>
  <TotalTime>155</TotalTime>
  <Words>1404</Words>
  <Application>Microsoft Office PowerPoint</Application>
  <PresentationFormat>Panoramiczny</PresentationFormat>
  <Paragraphs>288</Paragraphs>
  <Slides>25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29" baseType="lpstr">
      <vt:lpstr>Arial</vt:lpstr>
      <vt:lpstr>Gill Sans MT</vt:lpstr>
      <vt:lpstr>Impact</vt:lpstr>
      <vt:lpstr>Znaczek</vt:lpstr>
      <vt:lpstr>Konfigurowalne moduły wyświetlaczy alfanumerycznych LCD         z interfejsem równoległym i szeregowym</vt:lpstr>
      <vt:lpstr>Cel pracy</vt:lpstr>
      <vt:lpstr>Zakres pracy</vt:lpstr>
      <vt:lpstr>Projekt Płytki Drukowanej jako pomoc do laboratoriów</vt:lpstr>
      <vt:lpstr>Prezentacja programu PowerPoint</vt:lpstr>
      <vt:lpstr>Prezentacja programu PowerPoint</vt:lpstr>
      <vt:lpstr>Wyświetlacze Oparte na sterowniku HD44780U</vt:lpstr>
      <vt:lpstr>Implementacje transmisji szeregowej</vt:lpstr>
      <vt:lpstr>Specyfikacja układu MCP23017     i MCP23S17</vt:lpstr>
      <vt:lpstr>MCP23017 (I2C)</vt:lpstr>
      <vt:lpstr>MCP23S17 (SPI)</vt:lpstr>
      <vt:lpstr>Implementacja i2c za pomocą MCP23017</vt:lpstr>
      <vt:lpstr>Implementacja za pomocą SPI </vt:lpstr>
      <vt:lpstr>Prezentacja programu PowerPoint</vt:lpstr>
      <vt:lpstr>Prezentacja programu PowerPoint</vt:lpstr>
      <vt:lpstr>Implementacja na ESP32</vt:lpstr>
      <vt:lpstr>Test autoinkrementacji licznika </vt:lpstr>
      <vt:lpstr>Mapa rejestrów układów MCP23017 oraz MCP23S17</vt:lpstr>
      <vt:lpstr>Testy odległości oraz prędkości magistrali I2C</vt:lpstr>
      <vt:lpstr>Testy odległości oraz prędkości magistrali I2C</vt:lpstr>
      <vt:lpstr>Testy odległości oraz prędkości magistrali I2C</vt:lpstr>
      <vt:lpstr>Testy odległości oraz prędkości magistrali I2C</vt:lpstr>
      <vt:lpstr>Testy odległości oraz prędkości magistrali I2C</vt:lpstr>
      <vt:lpstr>Testy odległości oraz prędkości magistrali I2C</vt:lpstr>
      <vt:lpstr>CO DALEJ?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Szymon Dobrowolski</cp:lastModifiedBy>
  <cp:revision>146</cp:revision>
  <dcterms:created xsi:type="dcterms:W3CDTF">2026-03-06T12:07:06Z</dcterms:created>
  <dcterms:modified xsi:type="dcterms:W3CDTF">2026-07-01T16:43:02Z</dcterms:modified>
</cp:coreProperties>
</file>