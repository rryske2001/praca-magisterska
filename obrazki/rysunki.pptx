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048" autoAdjust="0"/>
  </p:normalViewPr>
  <p:slideViewPr>
    <p:cSldViewPr snapToGrid="0">
      <p:cViewPr varScale="1">
        <p:scale>
          <a:sx n="101" d="100"/>
          <a:sy n="101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6DF33-2DBE-4DF4-A6F7-8F4EECB055E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BC4DB-F03E-4744-8BB6-43CD09A0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4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BC4DB-F03E-4744-8BB6-43CD09A062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17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BC4DB-F03E-4744-8BB6-43CD09A062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00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2C2E5-662E-6B32-7FA8-FFB92862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D56636D-20BF-6CF9-B459-38E57E649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FE38CD1-8189-5B5A-ACCD-C33003B9A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1EE2E48-91D9-3536-670E-833159612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BC4DB-F03E-4744-8BB6-43CD09A062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8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1E5759-FFA9-33E6-E0EA-D37CA3A5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8D5C59E-7E3C-0572-FFDE-EABA41CC0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663A93F-F4C9-0159-BC10-E6598977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02D0CD4-6104-94CD-FE7A-F2DD1AC7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1CED90-E019-2218-00FF-02E66CCF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84755C-C628-B614-D59A-10A78344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372F00-20C5-EDBC-58F0-C13012A5F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C498C0-7A8A-BF4D-0F85-FA330A5F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0A3F9B-4E9A-67F7-F5C3-3FC70B79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F58BD85-E5B5-BBBB-0192-DF66471D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B5DA37-5219-5E63-6694-BF083095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D42F452-A98E-A5E5-C33B-5D96702D5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EDA4003-AAAF-E3B2-2C70-D38EF673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D9AEBA-90C0-F498-2B09-CAE52AAC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AEE222-8572-B809-7E43-6B6DF2D5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D87BE6-E962-4D6D-6D75-5DFB6B6C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088B92-7CFF-55BC-8D54-36D2D1412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6A67B50-6FAC-FB3A-4EDE-AEEE93D40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9D16031-520F-35AF-72C2-6CF031B1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0B0A297-C9C6-0240-FD3C-A2C4ED95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892A0C-A4CC-0290-21B8-7BB34DDE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4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F56470-7C04-3F70-7CEF-A5E5432E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2404366-69AA-7E10-09FC-EA1AA2A9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5E92C62-96DE-A579-650C-796AAAC41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BB48C8E-FD10-8019-9A1E-E37361E53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50E7056-F24A-C8E5-6A6C-E97BEDE7B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D662367-4ED8-E839-876C-465A2E40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50B8C87-0BB9-F9E8-3773-631FD32F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B386D89-0043-C76B-673F-D0B33F9F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7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DF51BB-09DA-55C6-52E7-820D18C15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353CE3B-71EE-6338-6DA3-4C9D07F2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6DF74F8-49B1-E856-D29C-2F071AA6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D09C1A8-0BB7-B5C4-FBF4-797E196E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1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5E952EA-3719-6491-3EB7-68BCE90E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A1CE3E2-CCA1-98DF-A808-8CE2CDC2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2D42D47-A17A-F2DF-23AB-53F02535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E616AC-FFEB-EE50-C65E-44409408A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ABFB98-085E-2902-C0B9-ED0676E92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AF196A9-A75C-AF66-9CD2-1E268149B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6383FFB-B632-A696-2CCC-F3C7B6E9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02E4E9A-F39F-B5AA-7CA0-8A486A45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DE36A05-FDEF-D00E-35CE-4B688B59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3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109BAD-1578-5550-6410-C939C752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DAAD0F4-5ADA-4935-C428-E7B6E838B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E4A222-E349-9221-1715-1A633A260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BB1ADAC-CF1E-EC4C-43F2-18E0262E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37CFDE-FC81-CC7E-B9ED-1967C93A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13E6E98-39A4-A49C-7659-FA8DC44A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797EE4-1E33-490C-0521-3CC5A7EA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823EB9E-92E3-903A-5312-38AFEB4D1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A3B4214-7090-D4BD-C44B-F4B3DBE8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EE9A3A-9768-7623-C258-FFA20E50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6DFE7E4-8DC9-16B7-3B8C-6DF63142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0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ADBE62D-B47A-8383-E7E8-1C80A6C6B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BA4F864-5137-64C7-7E00-CF74472B3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A10D83-6D08-F2A6-755A-095834D3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C4EDA07-FA85-21DB-5F37-C236ABF4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DEA133E-1C06-EB27-1610-9AEFBC31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3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4E5D1A1-5983-FB2C-0B79-B09A6279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BEDDAF0-605D-7E79-5D39-F8AA4BBA1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254FD5-FEFC-6BFF-D9F2-E8328372B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95A09-29AB-43CF-98BB-398CDC46AB3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25F2E1E-F7EF-C7F1-87D0-F5CD6B1C0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613BF29-C6EB-7B97-D493-8BA5E7E38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C2046-4677-4991-9236-E95D8743E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4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A4C57EDE-F96A-82D5-B758-310F73B3F2BE}"/>
              </a:ext>
            </a:extLst>
          </p:cNvPr>
          <p:cNvGrpSpPr/>
          <p:nvPr/>
        </p:nvGrpSpPr>
        <p:grpSpPr>
          <a:xfrm>
            <a:off x="101759" y="1542990"/>
            <a:ext cx="12028734" cy="3707824"/>
            <a:chOff x="101759" y="1542990"/>
            <a:chExt cx="12028734" cy="3707824"/>
          </a:xfrm>
        </p:grpSpPr>
        <p:grpSp>
          <p:nvGrpSpPr>
            <p:cNvPr id="102" name="Grupa 101">
              <a:extLst>
                <a:ext uri="{FF2B5EF4-FFF2-40B4-BE49-F238E27FC236}">
                  <a16:creationId xmlns:a16="http://schemas.microsoft.com/office/drawing/2014/main" id="{075D6A8E-61C6-A2C2-1A43-1FF9E44E48DD}"/>
                </a:ext>
              </a:extLst>
            </p:cNvPr>
            <p:cNvGrpSpPr/>
            <p:nvPr/>
          </p:nvGrpSpPr>
          <p:grpSpPr>
            <a:xfrm>
              <a:off x="970949" y="3617675"/>
              <a:ext cx="11159544" cy="454828"/>
              <a:chOff x="972456" y="2981847"/>
              <a:chExt cx="11159544" cy="454828"/>
            </a:xfrm>
          </p:grpSpPr>
          <p:cxnSp>
            <p:nvCxnSpPr>
              <p:cNvPr id="5" name="Łącznik prosty 4">
                <a:extLst>
                  <a:ext uri="{FF2B5EF4-FFF2-40B4-BE49-F238E27FC236}">
                    <a16:creationId xmlns:a16="http://schemas.microsoft.com/office/drawing/2014/main" id="{9CD05F31-33F2-FCF7-EAFC-E4BA0FBB5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456" y="3424125"/>
                <a:ext cx="856344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Łącznik prosty 8">
                <a:extLst>
                  <a:ext uri="{FF2B5EF4-FFF2-40B4-BE49-F238E27FC236}">
                    <a16:creationId xmlns:a16="http://schemas.microsoft.com/office/drawing/2014/main" id="{DC0E43B7-71E0-D009-5E2A-7A1C4E968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456" y="3015343"/>
                <a:ext cx="856344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Łącznik prosty 14">
                <a:extLst>
                  <a:ext uri="{FF2B5EF4-FFF2-40B4-BE49-F238E27FC236}">
                    <a16:creationId xmlns:a16="http://schemas.microsoft.com/office/drawing/2014/main" id="{05D189AE-F4F9-30B6-C8DA-2C530F85999C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">
                <a:off x="1800793" y="3015343"/>
                <a:ext cx="304119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Łącznik prosty 16">
                <a:extLst>
                  <a:ext uri="{FF2B5EF4-FFF2-40B4-BE49-F238E27FC236}">
                    <a16:creationId xmlns:a16="http://schemas.microsoft.com/office/drawing/2014/main" id="{28CEE26E-B224-1ACE-AD30-AE6820CD4A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0793" y="3222171"/>
                <a:ext cx="152059" cy="20859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Łącznik prosty 23">
                <a:extLst>
                  <a:ext uri="{FF2B5EF4-FFF2-40B4-BE49-F238E27FC236}">
                    <a16:creationId xmlns:a16="http://schemas.microsoft.com/office/drawing/2014/main" id="{1D02CB10-838E-1552-717A-E3BD39E6A3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2000" y="3419996"/>
                <a:ext cx="1378800" cy="5029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Sześciokąt 36">
                <a:extLst>
                  <a:ext uri="{FF2B5EF4-FFF2-40B4-BE49-F238E27FC236}">
                    <a16:creationId xmlns:a16="http://schemas.microsoft.com/office/drawing/2014/main" id="{D3522AAC-A3C5-0EDF-E1B0-ED1F0089BE03}"/>
                  </a:ext>
                </a:extLst>
              </p:cNvPr>
              <p:cNvSpPr/>
              <p:nvPr/>
            </p:nvSpPr>
            <p:spPr>
              <a:xfrm>
                <a:off x="3890268" y="3016153"/>
                <a:ext cx="441097" cy="404656"/>
              </a:xfrm>
              <a:prstGeom prst="hexagon">
                <a:avLst/>
              </a:prstGeom>
              <a:noFill/>
              <a:ln w="571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dirty="0">
                    <a:solidFill>
                      <a:schemeClr val="tx1"/>
                    </a:solidFill>
                  </a:rPr>
                  <a:t>7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Łącznik prosty 44">
                <a:extLst>
                  <a:ext uri="{FF2B5EF4-FFF2-40B4-BE49-F238E27FC236}">
                    <a16:creationId xmlns:a16="http://schemas.microsoft.com/office/drawing/2014/main" id="{2277E2D9-1672-E8F5-13BD-2672ED612ADE}"/>
                  </a:ext>
                </a:extLst>
              </p:cNvPr>
              <p:cNvCxnSpPr>
                <a:cxnSpLocks/>
                <a:stCxn id="37" idx="2"/>
              </p:cNvCxnSpPr>
              <p:nvPr/>
            </p:nvCxnSpPr>
            <p:spPr>
              <a:xfrm flipH="1" flipV="1">
                <a:off x="3769519" y="2981847"/>
                <a:ext cx="221913" cy="43896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Łącznik prosty 46">
                <a:extLst>
                  <a:ext uri="{FF2B5EF4-FFF2-40B4-BE49-F238E27FC236}">
                    <a16:creationId xmlns:a16="http://schemas.microsoft.com/office/drawing/2014/main" id="{3E97949C-BCE0-0E4C-7793-C2E12392A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5690" y="3002794"/>
                <a:ext cx="201334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Łącznik prosty 50">
                <a:extLst>
                  <a:ext uri="{FF2B5EF4-FFF2-40B4-BE49-F238E27FC236}">
                    <a16:creationId xmlns:a16="http://schemas.microsoft.com/office/drawing/2014/main" id="{6D6E1826-614A-3AB1-D51E-E3E02724B3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13212" y="2997713"/>
                <a:ext cx="202955" cy="43896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3" name="Grupa 72">
                <a:extLst>
                  <a:ext uri="{FF2B5EF4-FFF2-40B4-BE49-F238E27FC236}">
                    <a16:creationId xmlns:a16="http://schemas.microsoft.com/office/drawing/2014/main" id="{17D4B477-F537-355C-90E6-FFEC30D5FFF9}"/>
                  </a:ext>
                </a:extLst>
              </p:cNvPr>
              <p:cNvGrpSpPr/>
              <p:nvPr/>
            </p:nvGrpSpPr>
            <p:grpSpPr>
              <a:xfrm>
                <a:off x="4352931" y="3007665"/>
                <a:ext cx="3182014" cy="414722"/>
                <a:chOff x="4352931" y="3007665"/>
                <a:chExt cx="3182014" cy="414722"/>
              </a:xfrm>
            </p:grpSpPr>
            <p:sp>
              <p:nvSpPr>
                <p:cNvPr id="38" name="Sześciokąt 37">
                  <a:extLst>
                    <a:ext uri="{FF2B5EF4-FFF2-40B4-BE49-F238E27FC236}">
                      <a16:creationId xmlns:a16="http://schemas.microsoft.com/office/drawing/2014/main" id="{179F5423-56AF-9415-55A9-588E24884649}"/>
                    </a:ext>
                  </a:extLst>
                </p:cNvPr>
                <p:cNvSpPr/>
                <p:nvPr/>
              </p:nvSpPr>
              <p:spPr>
                <a:xfrm>
                  <a:off x="4352931" y="3015343"/>
                  <a:ext cx="441097" cy="404655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6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Sześciokąt 39">
                  <a:extLst>
                    <a:ext uri="{FF2B5EF4-FFF2-40B4-BE49-F238E27FC236}">
                      <a16:creationId xmlns:a16="http://schemas.microsoft.com/office/drawing/2014/main" id="{548A3F2F-6479-1E11-E7C4-13C3228C2219}"/>
                    </a:ext>
                  </a:extLst>
                </p:cNvPr>
                <p:cNvSpPr/>
                <p:nvPr/>
              </p:nvSpPr>
              <p:spPr>
                <a:xfrm>
                  <a:off x="4824427" y="3007668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5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Sześciokąt 40">
                  <a:extLst>
                    <a:ext uri="{FF2B5EF4-FFF2-40B4-BE49-F238E27FC236}">
                      <a16:creationId xmlns:a16="http://schemas.microsoft.com/office/drawing/2014/main" id="{E7364A40-C2A3-DA70-D35E-60C77E964D9A}"/>
                    </a:ext>
                  </a:extLst>
                </p:cNvPr>
                <p:cNvSpPr/>
                <p:nvPr/>
              </p:nvSpPr>
              <p:spPr>
                <a:xfrm>
                  <a:off x="5281315" y="3007668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4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Sześciokąt 41">
                  <a:extLst>
                    <a:ext uri="{FF2B5EF4-FFF2-40B4-BE49-F238E27FC236}">
                      <a16:creationId xmlns:a16="http://schemas.microsoft.com/office/drawing/2014/main" id="{88BC73B3-C38F-9B3C-34C2-D4AFD8A65A65}"/>
                    </a:ext>
                  </a:extLst>
                </p:cNvPr>
                <p:cNvSpPr/>
                <p:nvPr/>
              </p:nvSpPr>
              <p:spPr>
                <a:xfrm>
                  <a:off x="5738203" y="3007668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3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Sześciokąt 54">
                  <a:extLst>
                    <a:ext uri="{FF2B5EF4-FFF2-40B4-BE49-F238E27FC236}">
                      <a16:creationId xmlns:a16="http://schemas.microsoft.com/office/drawing/2014/main" id="{BD52F039-7AAF-5593-A15F-D67E09EAD60D}"/>
                    </a:ext>
                  </a:extLst>
                </p:cNvPr>
                <p:cNvSpPr/>
                <p:nvPr/>
              </p:nvSpPr>
              <p:spPr>
                <a:xfrm>
                  <a:off x="6195091" y="3010056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2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Sześciokąt 55">
                  <a:extLst>
                    <a:ext uri="{FF2B5EF4-FFF2-40B4-BE49-F238E27FC236}">
                      <a16:creationId xmlns:a16="http://schemas.microsoft.com/office/drawing/2014/main" id="{51679646-D16B-EA7E-6B9E-0A58D5C05894}"/>
                    </a:ext>
                  </a:extLst>
                </p:cNvPr>
                <p:cNvSpPr/>
                <p:nvPr/>
              </p:nvSpPr>
              <p:spPr>
                <a:xfrm>
                  <a:off x="6650370" y="3007666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1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Sześciokąt 56">
                  <a:extLst>
                    <a:ext uri="{FF2B5EF4-FFF2-40B4-BE49-F238E27FC236}">
                      <a16:creationId xmlns:a16="http://schemas.microsoft.com/office/drawing/2014/main" id="{73DD3500-B6EC-DB56-410A-269320A5D333}"/>
                    </a:ext>
                  </a:extLst>
                </p:cNvPr>
                <p:cNvSpPr/>
                <p:nvPr/>
              </p:nvSpPr>
              <p:spPr>
                <a:xfrm>
                  <a:off x="7093848" y="3007665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0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4" name="Grupa 73">
                <a:extLst>
                  <a:ext uri="{FF2B5EF4-FFF2-40B4-BE49-F238E27FC236}">
                    <a16:creationId xmlns:a16="http://schemas.microsoft.com/office/drawing/2014/main" id="{9F985D37-AD89-41F0-E0DB-FC54B7E35005}"/>
                  </a:ext>
                </a:extLst>
              </p:cNvPr>
              <p:cNvGrpSpPr/>
              <p:nvPr/>
            </p:nvGrpSpPr>
            <p:grpSpPr>
              <a:xfrm>
                <a:off x="7534945" y="3009600"/>
                <a:ext cx="3182014" cy="414722"/>
                <a:chOff x="4352931" y="3007665"/>
                <a:chExt cx="3182014" cy="414722"/>
              </a:xfrm>
            </p:grpSpPr>
            <p:sp>
              <p:nvSpPr>
                <p:cNvPr id="75" name="Sześciokąt 74">
                  <a:extLst>
                    <a:ext uri="{FF2B5EF4-FFF2-40B4-BE49-F238E27FC236}">
                      <a16:creationId xmlns:a16="http://schemas.microsoft.com/office/drawing/2014/main" id="{D81E65FE-3816-0A1B-45C3-F9D04066B44E}"/>
                    </a:ext>
                  </a:extLst>
                </p:cNvPr>
                <p:cNvSpPr/>
                <p:nvPr/>
              </p:nvSpPr>
              <p:spPr>
                <a:xfrm>
                  <a:off x="4352931" y="3015343"/>
                  <a:ext cx="441097" cy="404655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Sześciokąt 75">
                  <a:extLst>
                    <a:ext uri="{FF2B5EF4-FFF2-40B4-BE49-F238E27FC236}">
                      <a16:creationId xmlns:a16="http://schemas.microsoft.com/office/drawing/2014/main" id="{A0FD1438-CAA6-1EFE-209E-FC7D1E9226A0}"/>
                    </a:ext>
                  </a:extLst>
                </p:cNvPr>
                <p:cNvSpPr/>
                <p:nvPr/>
              </p:nvSpPr>
              <p:spPr>
                <a:xfrm>
                  <a:off x="4824427" y="3007668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Sześciokąt 76">
                  <a:extLst>
                    <a:ext uri="{FF2B5EF4-FFF2-40B4-BE49-F238E27FC236}">
                      <a16:creationId xmlns:a16="http://schemas.microsoft.com/office/drawing/2014/main" id="{86C81502-8196-DBC8-51D5-221729C39F12}"/>
                    </a:ext>
                  </a:extLst>
                </p:cNvPr>
                <p:cNvSpPr/>
                <p:nvPr/>
              </p:nvSpPr>
              <p:spPr>
                <a:xfrm>
                  <a:off x="5281315" y="3007668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Sześciokąt 77">
                  <a:extLst>
                    <a:ext uri="{FF2B5EF4-FFF2-40B4-BE49-F238E27FC236}">
                      <a16:creationId xmlns:a16="http://schemas.microsoft.com/office/drawing/2014/main" id="{CB4878E8-43BB-2B18-39E1-9E4798E577E6}"/>
                    </a:ext>
                  </a:extLst>
                </p:cNvPr>
                <p:cNvSpPr/>
                <p:nvPr/>
              </p:nvSpPr>
              <p:spPr>
                <a:xfrm>
                  <a:off x="5738203" y="3007668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Sześciokąt 78">
                  <a:extLst>
                    <a:ext uri="{FF2B5EF4-FFF2-40B4-BE49-F238E27FC236}">
                      <a16:creationId xmlns:a16="http://schemas.microsoft.com/office/drawing/2014/main" id="{7DEA4C8D-34D7-020B-848D-F0C199326636}"/>
                    </a:ext>
                  </a:extLst>
                </p:cNvPr>
                <p:cNvSpPr/>
                <p:nvPr/>
              </p:nvSpPr>
              <p:spPr>
                <a:xfrm>
                  <a:off x="6195091" y="3010056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Sześciokąt 79">
                  <a:extLst>
                    <a:ext uri="{FF2B5EF4-FFF2-40B4-BE49-F238E27FC236}">
                      <a16:creationId xmlns:a16="http://schemas.microsoft.com/office/drawing/2014/main" id="{4478AFE9-532F-C6C1-5D95-56D9D4C55A19}"/>
                    </a:ext>
                  </a:extLst>
                </p:cNvPr>
                <p:cNvSpPr/>
                <p:nvPr/>
              </p:nvSpPr>
              <p:spPr>
                <a:xfrm>
                  <a:off x="6650370" y="3007666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Sześciokąt 80">
                  <a:extLst>
                    <a:ext uri="{FF2B5EF4-FFF2-40B4-BE49-F238E27FC236}">
                      <a16:creationId xmlns:a16="http://schemas.microsoft.com/office/drawing/2014/main" id="{667E9504-C78B-39F7-F67E-1A0A7C6BEF6C}"/>
                    </a:ext>
                  </a:extLst>
                </p:cNvPr>
                <p:cNvSpPr/>
                <p:nvPr/>
              </p:nvSpPr>
              <p:spPr>
                <a:xfrm>
                  <a:off x="7093848" y="3007665"/>
                  <a:ext cx="441097" cy="412331"/>
                </a:xfrm>
                <a:prstGeom prst="hexagon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dirty="0">
                      <a:solidFill>
                        <a:schemeClr val="tx1"/>
                      </a:solidFill>
                    </a:rPr>
                    <a:t>9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3" name="pole tekstowe 82">
                <a:extLst>
                  <a:ext uri="{FF2B5EF4-FFF2-40B4-BE49-F238E27FC236}">
                    <a16:creationId xmlns:a16="http://schemas.microsoft.com/office/drawing/2014/main" id="{1E9CAEFB-C532-529B-BD34-BB4C79ED01E9}"/>
                  </a:ext>
                </a:extLst>
              </p:cNvPr>
              <p:cNvSpPr txBox="1"/>
              <p:nvPr/>
            </p:nvSpPr>
            <p:spPr>
              <a:xfrm>
                <a:off x="7543228" y="3029164"/>
                <a:ext cx="441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15</a:t>
                </a:r>
                <a:endParaRPr lang="en-US" dirty="0"/>
              </a:p>
            </p:txBody>
          </p:sp>
          <p:sp>
            <p:nvSpPr>
              <p:cNvPr id="84" name="pole tekstowe 83">
                <a:extLst>
                  <a:ext uri="{FF2B5EF4-FFF2-40B4-BE49-F238E27FC236}">
                    <a16:creationId xmlns:a16="http://schemas.microsoft.com/office/drawing/2014/main" id="{ED73A3B9-0D48-F222-29F6-3DB5BEB16688}"/>
                  </a:ext>
                </a:extLst>
              </p:cNvPr>
              <p:cNvSpPr txBox="1"/>
              <p:nvPr/>
            </p:nvSpPr>
            <p:spPr>
              <a:xfrm>
                <a:off x="8007625" y="3029164"/>
                <a:ext cx="441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14</a:t>
                </a:r>
                <a:endParaRPr lang="en-US" dirty="0"/>
              </a:p>
            </p:txBody>
          </p:sp>
          <p:sp>
            <p:nvSpPr>
              <p:cNvPr id="85" name="pole tekstowe 84">
                <a:extLst>
                  <a:ext uri="{FF2B5EF4-FFF2-40B4-BE49-F238E27FC236}">
                    <a16:creationId xmlns:a16="http://schemas.microsoft.com/office/drawing/2014/main" id="{3AA71704-1947-31B6-0251-6BC48D0C217B}"/>
                  </a:ext>
                </a:extLst>
              </p:cNvPr>
              <p:cNvSpPr txBox="1"/>
              <p:nvPr/>
            </p:nvSpPr>
            <p:spPr>
              <a:xfrm>
                <a:off x="8471186" y="3029164"/>
                <a:ext cx="441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13</a:t>
                </a:r>
                <a:endParaRPr lang="en-US" dirty="0"/>
              </a:p>
            </p:txBody>
          </p:sp>
          <p:sp>
            <p:nvSpPr>
              <p:cNvPr id="86" name="pole tekstowe 85">
                <a:extLst>
                  <a:ext uri="{FF2B5EF4-FFF2-40B4-BE49-F238E27FC236}">
                    <a16:creationId xmlns:a16="http://schemas.microsoft.com/office/drawing/2014/main" id="{65AE3E8D-CAD7-3AA2-F824-F201AB9642E8}"/>
                  </a:ext>
                </a:extLst>
              </p:cNvPr>
              <p:cNvSpPr txBox="1"/>
              <p:nvPr/>
            </p:nvSpPr>
            <p:spPr>
              <a:xfrm>
                <a:off x="8935205" y="3029164"/>
                <a:ext cx="441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12</a:t>
                </a:r>
                <a:endParaRPr lang="en-US" dirty="0"/>
              </a:p>
            </p:txBody>
          </p:sp>
          <p:sp>
            <p:nvSpPr>
              <p:cNvPr id="87" name="pole tekstowe 86">
                <a:extLst>
                  <a:ext uri="{FF2B5EF4-FFF2-40B4-BE49-F238E27FC236}">
                    <a16:creationId xmlns:a16="http://schemas.microsoft.com/office/drawing/2014/main" id="{4FC5785B-2EE6-8A99-FBE4-E8F0F977067D}"/>
                  </a:ext>
                </a:extLst>
              </p:cNvPr>
              <p:cNvSpPr txBox="1"/>
              <p:nvPr/>
            </p:nvSpPr>
            <p:spPr>
              <a:xfrm>
                <a:off x="9363270" y="3029164"/>
                <a:ext cx="441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11</a:t>
                </a:r>
                <a:endParaRPr lang="en-US" dirty="0"/>
              </a:p>
            </p:txBody>
          </p:sp>
          <p:sp>
            <p:nvSpPr>
              <p:cNvPr id="88" name="pole tekstowe 87">
                <a:extLst>
                  <a:ext uri="{FF2B5EF4-FFF2-40B4-BE49-F238E27FC236}">
                    <a16:creationId xmlns:a16="http://schemas.microsoft.com/office/drawing/2014/main" id="{1350F1D2-246B-EABC-AECE-AF0B3DE0A50D}"/>
                  </a:ext>
                </a:extLst>
              </p:cNvPr>
              <p:cNvSpPr txBox="1"/>
              <p:nvPr/>
            </p:nvSpPr>
            <p:spPr>
              <a:xfrm>
                <a:off x="9835949" y="3029164"/>
                <a:ext cx="441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10</a:t>
                </a:r>
                <a:endParaRPr lang="en-US" dirty="0"/>
              </a:p>
            </p:txBody>
          </p:sp>
          <p:cxnSp>
            <p:nvCxnSpPr>
              <p:cNvPr id="90" name="Łącznik prosty 89">
                <a:extLst>
                  <a:ext uri="{FF2B5EF4-FFF2-40B4-BE49-F238E27FC236}">
                    <a16:creationId xmlns:a16="http://schemas.microsoft.com/office/drawing/2014/main" id="{9D004B68-5F41-3115-5671-22BAE4BA5E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068023" y="2988991"/>
                <a:ext cx="221913" cy="43896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Łącznik prosty 90">
                <a:extLst>
                  <a:ext uri="{FF2B5EF4-FFF2-40B4-BE49-F238E27FC236}">
                    <a16:creationId xmlns:a16="http://schemas.microsoft.com/office/drawing/2014/main" id="{9B513147-A4C9-2313-6E92-AE8F7E6788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77502" y="2993812"/>
                <a:ext cx="195255" cy="415521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Łącznik prosty 91">
                <a:extLst>
                  <a:ext uri="{FF2B5EF4-FFF2-40B4-BE49-F238E27FC236}">
                    <a16:creationId xmlns:a16="http://schemas.microsoft.com/office/drawing/2014/main" id="{80DF2E38-12C4-E5EE-6080-8D69B8463D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50532" y="3002306"/>
                <a:ext cx="881468" cy="182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Łącznik prosty 96">
                <a:extLst>
                  <a:ext uri="{FF2B5EF4-FFF2-40B4-BE49-F238E27FC236}">
                    <a16:creationId xmlns:a16="http://schemas.microsoft.com/office/drawing/2014/main" id="{28B33D85-E17A-EC06-FCBD-E550208FE0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67800" y="3414638"/>
                <a:ext cx="863795" cy="4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Łącznik prosty 103">
              <a:extLst>
                <a:ext uri="{FF2B5EF4-FFF2-40B4-BE49-F238E27FC236}">
                  <a16:creationId xmlns:a16="http://schemas.microsoft.com/office/drawing/2014/main" id="{2D62AE94-BC93-294C-08EE-0E3415CF7211}"/>
                </a:ext>
              </a:extLst>
            </p:cNvPr>
            <p:cNvCxnSpPr>
              <a:cxnSpLocks/>
            </p:cNvCxnSpPr>
            <p:nvPr/>
          </p:nvCxnSpPr>
          <p:spPr>
            <a:xfrm>
              <a:off x="972456" y="2756519"/>
              <a:ext cx="1205652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" name="Grupa 183">
              <a:extLst>
                <a:ext uri="{FF2B5EF4-FFF2-40B4-BE49-F238E27FC236}">
                  <a16:creationId xmlns:a16="http://schemas.microsoft.com/office/drawing/2014/main" id="{88F10CBA-9160-D306-6490-AF2F3EA87775}"/>
                </a:ext>
              </a:extLst>
            </p:cNvPr>
            <p:cNvGrpSpPr/>
            <p:nvPr/>
          </p:nvGrpSpPr>
          <p:grpSpPr>
            <a:xfrm>
              <a:off x="4447838" y="2372903"/>
              <a:ext cx="463175" cy="413657"/>
              <a:chOff x="2171105" y="2372903"/>
              <a:chExt cx="463175" cy="413657"/>
            </a:xfrm>
          </p:grpSpPr>
          <p:cxnSp>
            <p:nvCxnSpPr>
              <p:cNvPr id="185" name="Łącznik prosty 184">
                <a:extLst>
                  <a:ext uri="{FF2B5EF4-FFF2-40B4-BE49-F238E27FC236}">
                    <a16:creationId xmlns:a16="http://schemas.microsoft.com/office/drawing/2014/main" id="{7DBADFC8-6565-E078-BD52-BBC32745EC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Łącznik prosty 185">
                <a:extLst>
                  <a:ext uri="{FF2B5EF4-FFF2-40B4-BE49-F238E27FC236}">
                    <a16:creationId xmlns:a16="http://schemas.microsoft.com/office/drawing/2014/main" id="{04CADCD8-FD7E-6FE4-EE6E-F3FCCDB9E61F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Łącznik prosty 186">
                <a:extLst>
                  <a:ext uri="{FF2B5EF4-FFF2-40B4-BE49-F238E27FC236}">
                    <a16:creationId xmlns:a16="http://schemas.microsoft.com/office/drawing/2014/main" id="{BB0F386E-FC71-277E-FFF4-4A10A2459FAC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Łącznik prosty 187">
                <a:extLst>
                  <a:ext uri="{FF2B5EF4-FFF2-40B4-BE49-F238E27FC236}">
                    <a16:creationId xmlns:a16="http://schemas.microsoft.com/office/drawing/2014/main" id="{211696D9-F63E-796F-1F51-4DC57E329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Grupa 188">
              <a:extLst>
                <a:ext uri="{FF2B5EF4-FFF2-40B4-BE49-F238E27FC236}">
                  <a16:creationId xmlns:a16="http://schemas.microsoft.com/office/drawing/2014/main" id="{3AB44A79-896D-8C29-E052-AE40C310FB2E}"/>
                </a:ext>
              </a:extLst>
            </p:cNvPr>
            <p:cNvGrpSpPr/>
            <p:nvPr/>
          </p:nvGrpSpPr>
          <p:grpSpPr>
            <a:xfrm>
              <a:off x="4911012" y="2372903"/>
              <a:ext cx="463175" cy="413657"/>
              <a:chOff x="2171105" y="2372903"/>
              <a:chExt cx="463175" cy="413657"/>
            </a:xfrm>
          </p:grpSpPr>
          <p:cxnSp>
            <p:nvCxnSpPr>
              <p:cNvPr id="190" name="Łącznik prosty 189">
                <a:extLst>
                  <a:ext uri="{FF2B5EF4-FFF2-40B4-BE49-F238E27FC236}">
                    <a16:creationId xmlns:a16="http://schemas.microsoft.com/office/drawing/2014/main" id="{1AFD3B55-FAA6-A692-ED1C-A7B34F482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Łącznik prosty 190">
                <a:extLst>
                  <a:ext uri="{FF2B5EF4-FFF2-40B4-BE49-F238E27FC236}">
                    <a16:creationId xmlns:a16="http://schemas.microsoft.com/office/drawing/2014/main" id="{5564C87A-258F-6F1B-DD68-C61B1B78C6F7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Łącznik prosty 191">
                <a:extLst>
                  <a:ext uri="{FF2B5EF4-FFF2-40B4-BE49-F238E27FC236}">
                    <a16:creationId xmlns:a16="http://schemas.microsoft.com/office/drawing/2014/main" id="{D36893C9-13BD-45AF-2AD6-7E643643258E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Łącznik prosty 192">
                <a:extLst>
                  <a:ext uri="{FF2B5EF4-FFF2-40B4-BE49-F238E27FC236}">
                    <a16:creationId xmlns:a16="http://schemas.microsoft.com/office/drawing/2014/main" id="{DBB617D9-8B70-FFA5-AB2B-6CAD47E398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4" name="Grupa 193">
              <a:extLst>
                <a:ext uri="{FF2B5EF4-FFF2-40B4-BE49-F238E27FC236}">
                  <a16:creationId xmlns:a16="http://schemas.microsoft.com/office/drawing/2014/main" id="{E6901729-6A79-3E15-4EB8-1D54CA3860F5}"/>
                </a:ext>
              </a:extLst>
            </p:cNvPr>
            <p:cNvGrpSpPr/>
            <p:nvPr/>
          </p:nvGrpSpPr>
          <p:grpSpPr>
            <a:xfrm>
              <a:off x="5350900" y="2372903"/>
              <a:ext cx="463175" cy="413657"/>
              <a:chOff x="2171105" y="2372903"/>
              <a:chExt cx="463175" cy="413657"/>
            </a:xfrm>
          </p:grpSpPr>
          <p:cxnSp>
            <p:nvCxnSpPr>
              <p:cNvPr id="195" name="Łącznik prosty 194">
                <a:extLst>
                  <a:ext uri="{FF2B5EF4-FFF2-40B4-BE49-F238E27FC236}">
                    <a16:creationId xmlns:a16="http://schemas.microsoft.com/office/drawing/2014/main" id="{68DC3387-A470-7E38-5092-D5CC78FBC6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Łącznik prosty 195">
                <a:extLst>
                  <a:ext uri="{FF2B5EF4-FFF2-40B4-BE49-F238E27FC236}">
                    <a16:creationId xmlns:a16="http://schemas.microsoft.com/office/drawing/2014/main" id="{6FE8E5A0-8729-C851-4F41-C58C3217DC7E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Łącznik prosty 196">
                <a:extLst>
                  <a:ext uri="{FF2B5EF4-FFF2-40B4-BE49-F238E27FC236}">
                    <a16:creationId xmlns:a16="http://schemas.microsoft.com/office/drawing/2014/main" id="{114A6A5A-3F41-3A0F-DBD5-4043A3B62719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Łącznik prosty 197">
                <a:extLst>
                  <a:ext uri="{FF2B5EF4-FFF2-40B4-BE49-F238E27FC236}">
                    <a16:creationId xmlns:a16="http://schemas.microsoft.com/office/drawing/2014/main" id="{545F6F1A-C33D-7AFA-9769-6421CF1CB6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9" name="Łącznik prosty 198">
              <a:extLst>
                <a:ext uri="{FF2B5EF4-FFF2-40B4-BE49-F238E27FC236}">
                  <a16:creationId xmlns:a16="http://schemas.microsoft.com/office/drawing/2014/main" id="{8FA64D2F-54E7-FA7A-C359-4E6404E2135E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34" y="2365847"/>
              <a:ext cx="0" cy="41365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0" name="Grupa 199">
              <a:extLst>
                <a:ext uri="{FF2B5EF4-FFF2-40B4-BE49-F238E27FC236}">
                  <a16:creationId xmlns:a16="http://schemas.microsoft.com/office/drawing/2014/main" id="{AFF2B520-0720-7AC7-A523-64F6A6569DF9}"/>
                </a:ext>
              </a:extLst>
            </p:cNvPr>
            <p:cNvGrpSpPr/>
            <p:nvPr/>
          </p:nvGrpSpPr>
          <p:grpSpPr>
            <a:xfrm>
              <a:off x="5799173" y="2365847"/>
              <a:ext cx="463175" cy="413657"/>
              <a:chOff x="2171105" y="2372903"/>
              <a:chExt cx="463175" cy="413657"/>
            </a:xfrm>
          </p:grpSpPr>
          <p:cxnSp>
            <p:nvCxnSpPr>
              <p:cNvPr id="201" name="Łącznik prosty 200">
                <a:extLst>
                  <a:ext uri="{FF2B5EF4-FFF2-40B4-BE49-F238E27FC236}">
                    <a16:creationId xmlns:a16="http://schemas.microsoft.com/office/drawing/2014/main" id="{60769C75-679C-AC6F-9C2C-16E820809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Łącznik prosty 201">
                <a:extLst>
                  <a:ext uri="{FF2B5EF4-FFF2-40B4-BE49-F238E27FC236}">
                    <a16:creationId xmlns:a16="http://schemas.microsoft.com/office/drawing/2014/main" id="{2338E74A-5C09-C7DA-EE91-54E8CF833E91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Łącznik prosty 202">
                <a:extLst>
                  <a:ext uri="{FF2B5EF4-FFF2-40B4-BE49-F238E27FC236}">
                    <a16:creationId xmlns:a16="http://schemas.microsoft.com/office/drawing/2014/main" id="{1F615AC0-040D-67A2-48A0-E3CEB836122F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Łącznik prosty 203">
                <a:extLst>
                  <a:ext uri="{FF2B5EF4-FFF2-40B4-BE49-F238E27FC236}">
                    <a16:creationId xmlns:a16="http://schemas.microsoft.com/office/drawing/2014/main" id="{8F59F5DF-FA09-F0D6-82F1-2A8AFEAB99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5" name="Grupa 204">
              <a:extLst>
                <a:ext uri="{FF2B5EF4-FFF2-40B4-BE49-F238E27FC236}">
                  <a16:creationId xmlns:a16="http://schemas.microsoft.com/office/drawing/2014/main" id="{378FE63F-CBAE-1FDA-521C-A53D6E3BC354}"/>
                </a:ext>
              </a:extLst>
            </p:cNvPr>
            <p:cNvGrpSpPr/>
            <p:nvPr/>
          </p:nvGrpSpPr>
          <p:grpSpPr>
            <a:xfrm>
              <a:off x="6257063" y="2365847"/>
              <a:ext cx="463175" cy="413657"/>
              <a:chOff x="2171105" y="2372903"/>
              <a:chExt cx="463175" cy="413657"/>
            </a:xfrm>
          </p:grpSpPr>
          <p:cxnSp>
            <p:nvCxnSpPr>
              <p:cNvPr id="206" name="Łącznik prosty 205">
                <a:extLst>
                  <a:ext uri="{FF2B5EF4-FFF2-40B4-BE49-F238E27FC236}">
                    <a16:creationId xmlns:a16="http://schemas.microsoft.com/office/drawing/2014/main" id="{BBDA145F-1FE0-2C85-8A46-9BB68C88B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Łącznik prosty 206">
                <a:extLst>
                  <a:ext uri="{FF2B5EF4-FFF2-40B4-BE49-F238E27FC236}">
                    <a16:creationId xmlns:a16="http://schemas.microsoft.com/office/drawing/2014/main" id="{B06E5CB4-ACCF-EF6E-6C8D-EEC3B0F385DB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Łącznik prosty 207">
                <a:extLst>
                  <a:ext uri="{FF2B5EF4-FFF2-40B4-BE49-F238E27FC236}">
                    <a16:creationId xmlns:a16="http://schemas.microsoft.com/office/drawing/2014/main" id="{0DF2B4A6-576A-47E8-568E-3A1487BAA8AA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Łącznik prosty 208">
                <a:extLst>
                  <a:ext uri="{FF2B5EF4-FFF2-40B4-BE49-F238E27FC236}">
                    <a16:creationId xmlns:a16="http://schemas.microsoft.com/office/drawing/2014/main" id="{5B24AC4D-DEFB-D58F-D6AF-9FA5C624D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0" name="Grupa 209">
              <a:extLst>
                <a:ext uri="{FF2B5EF4-FFF2-40B4-BE49-F238E27FC236}">
                  <a16:creationId xmlns:a16="http://schemas.microsoft.com/office/drawing/2014/main" id="{859C5EE7-D0A8-6784-2468-C3D1355D2804}"/>
                </a:ext>
              </a:extLst>
            </p:cNvPr>
            <p:cNvGrpSpPr/>
            <p:nvPr/>
          </p:nvGrpSpPr>
          <p:grpSpPr>
            <a:xfrm>
              <a:off x="6720237" y="2365847"/>
              <a:ext cx="463175" cy="413657"/>
              <a:chOff x="2171105" y="2372903"/>
              <a:chExt cx="463175" cy="413657"/>
            </a:xfrm>
          </p:grpSpPr>
          <p:cxnSp>
            <p:nvCxnSpPr>
              <p:cNvPr id="211" name="Łącznik prosty 210">
                <a:extLst>
                  <a:ext uri="{FF2B5EF4-FFF2-40B4-BE49-F238E27FC236}">
                    <a16:creationId xmlns:a16="http://schemas.microsoft.com/office/drawing/2014/main" id="{C7BC3C0A-764B-2EC6-F785-9E8563FFB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Łącznik prosty 211">
                <a:extLst>
                  <a:ext uri="{FF2B5EF4-FFF2-40B4-BE49-F238E27FC236}">
                    <a16:creationId xmlns:a16="http://schemas.microsoft.com/office/drawing/2014/main" id="{BE8ACA57-7E8F-4930-D21F-177EB92A510D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Łącznik prosty 212">
                <a:extLst>
                  <a:ext uri="{FF2B5EF4-FFF2-40B4-BE49-F238E27FC236}">
                    <a16:creationId xmlns:a16="http://schemas.microsoft.com/office/drawing/2014/main" id="{54ADA700-CF5A-3F17-B937-BB164FDDC382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Łącznik prosty 213">
                <a:extLst>
                  <a:ext uri="{FF2B5EF4-FFF2-40B4-BE49-F238E27FC236}">
                    <a16:creationId xmlns:a16="http://schemas.microsoft.com/office/drawing/2014/main" id="{824B60EC-86B6-5DEF-99A5-0AE3654300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Grupa 214">
              <a:extLst>
                <a:ext uri="{FF2B5EF4-FFF2-40B4-BE49-F238E27FC236}">
                  <a16:creationId xmlns:a16="http://schemas.microsoft.com/office/drawing/2014/main" id="{677F8FC3-11C9-2F46-7DB3-5087048FC869}"/>
                </a:ext>
              </a:extLst>
            </p:cNvPr>
            <p:cNvGrpSpPr/>
            <p:nvPr/>
          </p:nvGrpSpPr>
          <p:grpSpPr>
            <a:xfrm>
              <a:off x="7160125" y="2365847"/>
              <a:ext cx="463175" cy="413657"/>
              <a:chOff x="2171105" y="2372903"/>
              <a:chExt cx="463175" cy="413657"/>
            </a:xfrm>
          </p:grpSpPr>
          <p:cxnSp>
            <p:nvCxnSpPr>
              <p:cNvPr id="216" name="Łącznik prosty 215">
                <a:extLst>
                  <a:ext uri="{FF2B5EF4-FFF2-40B4-BE49-F238E27FC236}">
                    <a16:creationId xmlns:a16="http://schemas.microsoft.com/office/drawing/2014/main" id="{203412A5-4052-F5B4-B301-1FD822A811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Łącznik prosty 216">
                <a:extLst>
                  <a:ext uri="{FF2B5EF4-FFF2-40B4-BE49-F238E27FC236}">
                    <a16:creationId xmlns:a16="http://schemas.microsoft.com/office/drawing/2014/main" id="{5D41AB67-C157-A2D8-BEF0-34E91ABA4F56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Łącznik prosty 217">
                <a:extLst>
                  <a:ext uri="{FF2B5EF4-FFF2-40B4-BE49-F238E27FC236}">
                    <a16:creationId xmlns:a16="http://schemas.microsoft.com/office/drawing/2014/main" id="{78352958-1335-166F-C389-8F10C23D4397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Łącznik prosty 218">
                <a:extLst>
                  <a:ext uri="{FF2B5EF4-FFF2-40B4-BE49-F238E27FC236}">
                    <a16:creationId xmlns:a16="http://schemas.microsoft.com/office/drawing/2014/main" id="{0F03DF65-7E99-39EA-038C-5070371BDC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0" name="Łącznik prosty 219">
              <a:extLst>
                <a:ext uri="{FF2B5EF4-FFF2-40B4-BE49-F238E27FC236}">
                  <a16:creationId xmlns:a16="http://schemas.microsoft.com/office/drawing/2014/main" id="{E0E9D86C-83E8-CF78-7807-B48866C1298F}"/>
                </a:ext>
              </a:extLst>
            </p:cNvPr>
            <p:cNvCxnSpPr>
              <a:cxnSpLocks/>
            </p:cNvCxnSpPr>
            <p:nvPr/>
          </p:nvCxnSpPr>
          <p:spPr>
            <a:xfrm>
              <a:off x="7622758" y="2365228"/>
              <a:ext cx="0" cy="41365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1" name="Grupa 220">
              <a:extLst>
                <a:ext uri="{FF2B5EF4-FFF2-40B4-BE49-F238E27FC236}">
                  <a16:creationId xmlns:a16="http://schemas.microsoft.com/office/drawing/2014/main" id="{363084ED-52E6-B62B-5B7C-8CAD90D77F86}"/>
                </a:ext>
              </a:extLst>
            </p:cNvPr>
            <p:cNvGrpSpPr/>
            <p:nvPr/>
          </p:nvGrpSpPr>
          <p:grpSpPr>
            <a:xfrm>
              <a:off x="7608397" y="2365228"/>
              <a:ext cx="463175" cy="413657"/>
              <a:chOff x="2171105" y="2372903"/>
              <a:chExt cx="463175" cy="413657"/>
            </a:xfrm>
          </p:grpSpPr>
          <p:cxnSp>
            <p:nvCxnSpPr>
              <p:cNvPr id="222" name="Łącznik prosty 221">
                <a:extLst>
                  <a:ext uri="{FF2B5EF4-FFF2-40B4-BE49-F238E27FC236}">
                    <a16:creationId xmlns:a16="http://schemas.microsoft.com/office/drawing/2014/main" id="{F61E448F-1D0B-DCB1-45BB-C1BDFD7DF2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Łącznik prosty 222">
                <a:extLst>
                  <a:ext uri="{FF2B5EF4-FFF2-40B4-BE49-F238E27FC236}">
                    <a16:creationId xmlns:a16="http://schemas.microsoft.com/office/drawing/2014/main" id="{33C33BD6-18F4-D836-8CCF-97CCAA3FAA9F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Łącznik prosty 223">
                <a:extLst>
                  <a:ext uri="{FF2B5EF4-FFF2-40B4-BE49-F238E27FC236}">
                    <a16:creationId xmlns:a16="http://schemas.microsoft.com/office/drawing/2014/main" id="{A9ABF3C2-BD53-406C-D081-3D4D0E358B04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Łącznik prosty 224">
                <a:extLst>
                  <a:ext uri="{FF2B5EF4-FFF2-40B4-BE49-F238E27FC236}">
                    <a16:creationId xmlns:a16="http://schemas.microsoft.com/office/drawing/2014/main" id="{3D7073BC-8197-B290-5E74-19C1A45EC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" name="Grupa 225">
              <a:extLst>
                <a:ext uri="{FF2B5EF4-FFF2-40B4-BE49-F238E27FC236}">
                  <a16:creationId xmlns:a16="http://schemas.microsoft.com/office/drawing/2014/main" id="{DA842B8F-3193-85B6-5D61-86BB6CA6B38B}"/>
                </a:ext>
              </a:extLst>
            </p:cNvPr>
            <p:cNvGrpSpPr/>
            <p:nvPr/>
          </p:nvGrpSpPr>
          <p:grpSpPr>
            <a:xfrm>
              <a:off x="8066287" y="2365228"/>
              <a:ext cx="463175" cy="413657"/>
              <a:chOff x="2171105" y="2372903"/>
              <a:chExt cx="463175" cy="413657"/>
            </a:xfrm>
          </p:grpSpPr>
          <p:cxnSp>
            <p:nvCxnSpPr>
              <p:cNvPr id="227" name="Łącznik prosty 226">
                <a:extLst>
                  <a:ext uri="{FF2B5EF4-FFF2-40B4-BE49-F238E27FC236}">
                    <a16:creationId xmlns:a16="http://schemas.microsoft.com/office/drawing/2014/main" id="{A7893767-E84D-A632-F08C-4E86C5AF1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Łącznik prosty 227">
                <a:extLst>
                  <a:ext uri="{FF2B5EF4-FFF2-40B4-BE49-F238E27FC236}">
                    <a16:creationId xmlns:a16="http://schemas.microsoft.com/office/drawing/2014/main" id="{E008BB4B-5F93-AF07-2FED-699CA0CAED52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Łącznik prosty 228">
                <a:extLst>
                  <a:ext uri="{FF2B5EF4-FFF2-40B4-BE49-F238E27FC236}">
                    <a16:creationId xmlns:a16="http://schemas.microsoft.com/office/drawing/2014/main" id="{2006AFED-4914-AEBF-E6BF-3661F7E6F23C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Łącznik prosty 229">
                <a:extLst>
                  <a:ext uri="{FF2B5EF4-FFF2-40B4-BE49-F238E27FC236}">
                    <a16:creationId xmlns:a16="http://schemas.microsoft.com/office/drawing/2014/main" id="{7E8744AC-1261-C048-E6D5-298292EC5F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upa 230">
              <a:extLst>
                <a:ext uri="{FF2B5EF4-FFF2-40B4-BE49-F238E27FC236}">
                  <a16:creationId xmlns:a16="http://schemas.microsoft.com/office/drawing/2014/main" id="{829E38F0-407B-21B8-1B2C-7D2B6ED5CA3B}"/>
                </a:ext>
              </a:extLst>
            </p:cNvPr>
            <p:cNvGrpSpPr/>
            <p:nvPr/>
          </p:nvGrpSpPr>
          <p:grpSpPr>
            <a:xfrm>
              <a:off x="8529461" y="2365228"/>
              <a:ext cx="463175" cy="413657"/>
              <a:chOff x="2171105" y="2372903"/>
              <a:chExt cx="463175" cy="413657"/>
            </a:xfrm>
          </p:grpSpPr>
          <p:cxnSp>
            <p:nvCxnSpPr>
              <p:cNvPr id="232" name="Łącznik prosty 231">
                <a:extLst>
                  <a:ext uri="{FF2B5EF4-FFF2-40B4-BE49-F238E27FC236}">
                    <a16:creationId xmlns:a16="http://schemas.microsoft.com/office/drawing/2014/main" id="{1831D976-4F9D-1B2D-0233-D80056D106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Łącznik prosty 232">
                <a:extLst>
                  <a:ext uri="{FF2B5EF4-FFF2-40B4-BE49-F238E27FC236}">
                    <a16:creationId xmlns:a16="http://schemas.microsoft.com/office/drawing/2014/main" id="{2E52CF8B-B6FE-DA9D-B218-5BC5BB65C297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Łącznik prosty 233">
                <a:extLst>
                  <a:ext uri="{FF2B5EF4-FFF2-40B4-BE49-F238E27FC236}">
                    <a16:creationId xmlns:a16="http://schemas.microsoft.com/office/drawing/2014/main" id="{0ABF2ED3-B97C-DFE4-C53D-EA2777F18EB3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Łącznik prosty 234">
                <a:extLst>
                  <a:ext uri="{FF2B5EF4-FFF2-40B4-BE49-F238E27FC236}">
                    <a16:creationId xmlns:a16="http://schemas.microsoft.com/office/drawing/2014/main" id="{A0AC21A8-418F-EFBB-F228-0A6D4460F5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6" name="Grupa 235">
              <a:extLst>
                <a:ext uri="{FF2B5EF4-FFF2-40B4-BE49-F238E27FC236}">
                  <a16:creationId xmlns:a16="http://schemas.microsoft.com/office/drawing/2014/main" id="{D6FAD7D8-3C40-A2EC-658B-5A2872839D40}"/>
                </a:ext>
              </a:extLst>
            </p:cNvPr>
            <p:cNvGrpSpPr/>
            <p:nvPr/>
          </p:nvGrpSpPr>
          <p:grpSpPr>
            <a:xfrm>
              <a:off x="8969349" y="2365228"/>
              <a:ext cx="463175" cy="413657"/>
              <a:chOff x="2171105" y="2372903"/>
              <a:chExt cx="463175" cy="413657"/>
            </a:xfrm>
          </p:grpSpPr>
          <p:cxnSp>
            <p:nvCxnSpPr>
              <p:cNvPr id="237" name="Łącznik prosty 236">
                <a:extLst>
                  <a:ext uri="{FF2B5EF4-FFF2-40B4-BE49-F238E27FC236}">
                    <a16:creationId xmlns:a16="http://schemas.microsoft.com/office/drawing/2014/main" id="{E4755D29-DF0D-1627-F448-7CD23A3C2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Łącznik prosty 237">
                <a:extLst>
                  <a:ext uri="{FF2B5EF4-FFF2-40B4-BE49-F238E27FC236}">
                    <a16:creationId xmlns:a16="http://schemas.microsoft.com/office/drawing/2014/main" id="{20B21E0C-0139-CCEF-DB53-19655E8216D9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Łącznik prosty 238">
                <a:extLst>
                  <a:ext uri="{FF2B5EF4-FFF2-40B4-BE49-F238E27FC236}">
                    <a16:creationId xmlns:a16="http://schemas.microsoft.com/office/drawing/2014/main" id="{55E79428-765D-9BCB-40C1-1414C3463046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Łącznik prosty 239">
                <a:extLst>
                  <a:ext uri="{FF2B5EF4-FFF2-40B4-BE49-F238E27FC236}">
                    <a16:creationId xmlns:a16="http://schemas.microsoft.com/office/drawing/2014/main" id="{6960F062-C0C4-90AC-C240-EEF8084B4F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2" name="Łącznik prosty 261">
              <a:extLst>
                <a:ext uri="{FF2B5EF4-FFF2-40B4-BE49-F238E27FC236}">
                  <a16:creationId xmlns:a16="http://schemas.microsoft.com/office/drawing/2014/main" id="{D4519CB0-BBD8-35AC-34C0-C2C590BEF455}"/>
                </a:ext>
              </a:extLst>
            </p:cNvPr>
            <p:cNvCxnSpPr>
              <a:cxnSpLocks/>
            </p:cNvCxnSpPr>
            <p:nvPr/>
          </p:nvCxnSpPr>
          <p:spPr>
            <a:xfrm>
              <a:off x="9431982" y="2354018"/>
              <a:ext cx="0" cy="41365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Grupa 262">
              <a:extLst>
                <a:ext uri="{FF2B5EF4-FFF2-40B4-BE49-F238E27FC236}">
                  <a16:creationId xmlns:a16="http://schemas.microsoft.com/office/drawing/2014/main" id="{5D4F222B-E066-D3F6-8530-4C86ED967920}"/>
                </a:ext>
              </a:extLst>
            </p:cNvPr>
            <p:cNvGrpSpPr/>
            <p:nvPr/>
          </p:nvGrpSpPr>
          <p:grpSpPr>
            <a:xfrm>
              <a:off x="9417621" y="2354018"/>
              <a:ext cx="463175" cy="413657"/>
              <a:chOff x="2171105" y="2372903"/>
              <a:chExt cx="463175" cy="413657"/>
            </a:xfrm>
          </p:grpSpPr>
          <p:cxnSp>
            <p:nvCxnSpPr>
              <p:cNvPr id="264" name="Łącznik prosty 263">
                <a:extLst>
                  <a:ext uri="{FF2B5EF4-FFF2-40B4-BE49-F238E27FC236}">
                    <a16:creationId xmlns:a16="http://schemas.microsoft.com/office/drawing/2014/main" id="{F5EEC86C-F2AA-EA4E-A791-59D8A6CD3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Łącznik prosty 264">
                <a:extLst>
                  <a:ext uri="{FF2B5EF4-FFF2-40B4-BE49-F238E27FC236}">
                    <a16:creationId xmlns:a16="http://schemas.microsoft.com/office/drawing/2014/main" id="{D845D208-D3B4-1538-99A9-A4F679F0580F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Łącznik prosty 265">
                <a:extLst>
                  <a:ext uri="{FF2B5EF4-FFF2-40B4-BE49-F238E27FC236}">
                    <a16:creationId xmlns:a16="http://schemas.microsoft.com/office/drawing/2014/main" id="{0B308B56-0550-C7A3-4B2F-49E1FDAE8CFF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Łącznik prosty 266">
                <a:extLst>
                  <a:ext uri="{FF2B5EF4-FFF2-40B4-BE49-F238E27FC236}">
                    <a16:creationId xmlns:a16="http://schemas.microsoft.com/office/drawing/2014/main" id="{53C5D156-597C-5EF7-68EC-BA538F00F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8" name="Grupa 267">
              <a:extLst>
                <a:ext uri="{FF2B5EF4-FFF2-40B4-BE49-F238E27FC236}">
                  <a16:creationId xmlns:a16="http://schemas.microsoft.com/office/drawing/2014/main" id="{8CCBC1AD-DC94-53B6-7E9A-7632E6438D5B}"/>
                </a:ext>
              </a:extLst>
            </p:cNvPr>
            <p:cNvGrpSpPr/>
            <p:nvPr/>
          </p:nvGrpSpPr>
          <p:grpSpPr>
            <a:xfrm>
              <a:off x="9875511" y="2354018"/>
              <a:ext cx="463175" cy="413657"/>
              <a:chOff x="2171105" y="2372903"/>
              <a:chExt cx="463175" cy="413657"/>
            </a:xfrm>
          </p:grpSpPr>
          <p:cxnSp>
            <p:nvCxnSpPr>
              <p:cNvPr id="269" name="Łącznik prosty 268">
                <a:extLst>
                  <a:ext uri="{FF2B5EF4-FFF2-40B4-BE49-F238E27FC236}">
                    <a16:creationId xmlns:a16="http://schemas.microsoft.com/office/drawing/2014/main" id="{5B988C0E-61C4-2D15-DAD8-99D66D57D8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Łącznik prosty 269">
                <a:extLst>
                  <a:ext uri="{FF2B5EF4-FFF2-40B4-BE49-F238E27FC236}">
                    <a16:creationId xmlns:a16="http://schemas.microsoft.com/office/drawing/2014/main" id="{002293F6-3784-8C44-4B52-46C1B2BB42ED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Łącznik prosty 270">
                <a:extLst>
                  <a:ext uri="{FF2B5EF4-FFF2-40B4-BE49-F238E27FC236}">
                    <a16:creationId xmlns:a16="http://schemas.microsoft.com/office/drawing/2014/main" id="{0D0B8B4B-4BA9-DE4A-5A5B-DCF439A7B2AC}"/>
                  </a:ext>
                </a:extLst>
              </p:cNvPr>
              <p:cNvCxnSpPr/>
              <p:nvPr/>
            </p:nvCxnSpPr>
            <p:spPr>
              <a:xfrm>
                <a:off x="2634280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Łącznik prosty 271">
                <a:extLst>
                  <a:ext uri="{FF2B5EF4-FFF2-40B4-BE49-F238E27FC236}">
                    <a16:creationId xmlns:a16="http://schemas.microsoft.com/office/drawing/2014/main" id="{77D8E296-362C-0118-CDD2-F310E73000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44242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" name="Grupa 272">
              <a:extLst>
                <a:ext uri="{FF2B5EF4-FFF2-40B4-BE49-F238E27FC236}">
                  <a16:creationId xmlns:a16="http://schemas.microsoft.com/office/drawing/2014/main" id="{B82AA729-5BB3-DFC5-E8B1-D511EBBCEDAA}"/>
                </a:ext>
              </a:extLst>
            </p:cNvPr>
            <p:cNvGrpSpPr/>
            <p:nvPr/>
          </p:nvGrpSpPr>
          <p:grpSpPr>
            <a:xfrm>
              <a:off x="10338685" y="2354018"/>
              <a:ext cx="491240" cy="413657"/>
              <a:chOff x="2171105" y="2372903"/>
              <a:chExt cx="491240" cy="413657"/>
            </a:xfrm>
          </p:grpSpPr>
          <p:cxnSp>
            <p:nvCxnSpPr>
              <p:cNvPr id="274" name="Łącznik prosty 273">
                <a:extLst>
                  <a:ext uri="{FF2B5EF4-FFF2-40B4-BE49-F238E27FC236}">
                    <a16:creationId xmlns:a16="http://schemas.microsoft.com/office/drawing/2014/main" id="{A4AD3ED6-F739-05A3-039B-25BD1E7826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105" y="2401478"/>
                <a:ext cx="242961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Łącznik prosty 274">
                <a:extLst>
                  <a:ext uri="{FF2B5EF4-FFF2-40B4-BE49-F238E27FC236}">
                    <a16:creationId xmlns:a16="http://schemas.microsoft.com/office/drawing/2014/main" id="{995E6122-E773-CA48-35BC-0D7F085F8741}"/>
                  </a:ext>
                </a:extLst>
              </p:cNvPr>
              <p:cNvCxnSpPr/>
              <p:nvPr/>
            </p:nvCxnSpPr>
            <p:spPr>
              <a:xfrm>
                <a:off x="24140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Łącznik prosty 276">
                <a:extLst>
                  <a:ext uri="{FF2B5EF4-FFF2-40B4-BE49-F238E27FC236}">
                    <a16:creationId xmlns:a16="http://schemas.microsoft.com/office/drawing/2014/main" id="{AF488DF8-646B-75E0-1528-6863FCF89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0038" y="2756519"/>
                <a:ext cx="272307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3" name="Łącznik prosty 282">
              <a:extLst>
                <a:ext uri="{FF2B5EF4-FFF2-40B4-BE49-F238E27FC236}">
                  <a16:creationId xmlns:a16="http://schemas.microsoft.com/office/drawing/2014/main" id="{41D4D247-BAEF-6D9E-6554-5E4F58EBBB25}"/>
                </a:ext>
              </a:extLst>
            </p:cNvPr>
            <p:cNvCxnSpPr>
              <a:cxnSpLocks/>
            </p:cNvCxnSpPr>
            <p:nvPr/>
          </p:nvCxnSpPr>
          <p:spPr>
            <a:xfrm>
              <a:off x="11022468" y="2733332"/>
              <a:ext cx="110762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1" name="Grupa 290">
              <a:extLst>
                <a:ext uri="{FF2B5EF4-FFF2-40B4-BE49-F238E27FC236}">
                  <a16:creationId xmlns:a16="http://schemas.microsoft.com/office/drawing/2014/main" id="{3A4DF83A-F5B1-CECD-92F7-F788E0D8E712}"/>
                </a:ext>
              </a:extLst>
            </p:cNvPr>
            <p:cNvGrpSpPr/>
            <p:nvPr/>
          </p:nvGrpSpPr>
          <p:grpSpPr>
            <a:xfrm>
              <a:off x="2171105" y="1984686"/>
              <a:ext cx="2282018" cy="801874"/>
              <a:chOff x="2171105" y="1984686"/>
              <a:chExt cx="2282018" cy="801874"/>
            </a:xfrm>
          </p:grpSpPr>
          <p:cxnSp>
            <p:nvCxnSpPr>
              <p:cNvPr id="145" name="Łącznik prosty 144">
                <a:extLst>
                  <a:ext uri="{FF2B5EF4-FFF2-40B4-BE49-F238E27FC236}">
                    <a16:creationId xmlns:a16="http://schemas.microsoft.com/office/drawing/2014/main" id="{842DE785-2D19-83D3-8602-C478C783F6EF}"/>
                  </a:ext>
                </a:extLst>
              </p:cNvPr>
              <p:cNvCxnSpPr/>
              <p:nvPr/>
            </p:nvCxnSpPr>
            <p:spPr>
              <a:xfrm>
                <a:off x="2185466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upa 161">
                <a:extLst>
                  <a:ext uri="{FF2B5EF4-FFF2-40B4-BE49-F238E27FC236}">
                    <a16:creationId xmlns:a16="http://schemas.microsoft.com/office/drawing/2014/main" id="{22FAA0D2-D8D3-DF4B-D9B8-598A42A0EFD1}"/>
                  </a:ext>
                </a:extLst>
              </p:cNvPr>
              <p:cNvGrpSpPr/>
              <p:nvPr/>
            </p:nvGrpSpPr>
            <p:grpSpPr>
              <a:xfrm>
                <a:off x="2171105" y="2372903"/>
                <a:ext cx="463175" cy="413657"/>
                <a:chOff x="2171105" y="2372903"/>
                <a:chExt cx="463175" cy="413657"/>
              </a:xfrm>
            </p:grpSpPr>
            <p:cxnSp>
              <p:nvCxnSpPr>
                <p:cNvPr id="105" name="Łącznik prosty 104">
                  <a:extLst>
                    <a:ext uri="{FF2B5EF4-FFF2-40B4-BE49-F238E27FC236}">
                      <a16:creationId xmlns:a16="http://schemas.microsoft.com/office/drawing/2014/main" id="{483E3E92-25B4-B2A8-C1CF-7C3D8BA509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1105" y="2401478"/>
                  <a:ext cx="242961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Łącznik prosty 146">
                  <a:extLst>
                    <a:ext uri="{FF2B5EF4-FFF2-40B4-BE49-F238E27FC236}">
                      <a16:creationId xmlns:a16="http://schemas.microsoft.com/office/drawing/2014/main" id="{06CA6FA6-0A01-315C-B6BC-94F522CCE25F}"/>
                    </a:ext>
                  </a:extLst>
                </p:cNvPr>
                <p:cNvCxnSpPr/>
                <p:nvPr/>
              </p:nvCxnSpPr>
              <p:spPr>
                <a:xfrm>
                  <a:off x="2414066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Łącznik prosty 156">
                  <a:extLst>
                    <a:ext uri="{FF2B5EF4-FFF2-40B4-BE49-F238E27FC236}">
                      <a16:creationId xmlns:a16="http://schemas.microsoft.com/office/drawing/2014/main" id="{55118D5C-3468-9A01-BC56-EFAC67D18583}"/>
                    </a:ext>
                  </a:extLst>
                </p:cNvPr>
                <p:cNvCxnSpPr/>
                <p:nvPr/>
              </p:nvCxnSpPr>
              <p:spPr>
                <a:xfrm>
                  <a:off x="2634280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Łącznik prosty 158">
                  <a:extLst>
                    <a:ext uri="{FF2B5EF4-FFF2-40B4-BE49-F238E27FC236}">
                      <a16:creationId xmlns:a16="http://schemas.microsoft.com/office/drawing/2014/main" id="{61A9F2F2-B97F-1DAA-F92D-569EAB3C3A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0038" y="2756519"/>
                  <a:ext cx="244242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upa 162">
                <a:extLst>
                  <a:ext uri="{FF2B5EF4-FFF2-40B4-BE49-F238E27FC236}">
                    <a16:creationId xmlns:a16="http://schemas.microsoft.com/office/drawing/2014/main" id="{538D3043-F483-F22E-F617-AAC21DEFB7EE}"/>
                  </a:ext>
                </a:extLst>
              </p:cNvPr>
              <p:cNvGrpSpPr/>
              <p:nvPr/>
            </p:nvGrpSpPr>
            <p:grpSpPr>
              <a:xfrm>
                <a:off x="2628995" y="2372903"/>
                <a:ext cx="463175" cy="413657"/>
                <a:chOff x="2171105" y="2372903"/>
                <a:chExt cx="463175" cy="413657"/>
              </a:xfrm>
            </p:grpSpPr>
            <p:cxnSp>
              <p:nvCxnSpPr>
                <p:cNvPr id="164" name="Łącznik prosty 163">
                  <a:extLst>
                    <a:ext uri="{FF2B5EF4-FFF2-40B4-BE49-F238E27FC236}">
                      <a16:creationId xmlns:a16="http://schemas.microsoft.com/office/drawing/2014/main" id="{1393B0E4-6614-DFD5-C0B6-78CA3130B2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1105" y="2401478"/>
                  <a:ext cx="242961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Łącznik prosty 164">
                  <a:extLst>
                    <a:ext uri="{FF2B5EF4-FFF2-40B4-BE49-F238E27FC236}">
                      <a16:creationId xmlns:a16="http://schemas.microsoft.com/office/drawing/2014/main" id="{7A8F5535-7369-4BEC-C6B8-BB7EDBFC97EB}"/>
                    </a:ext>
                  </a:extLst>
                </p:cNvPr>
                <p:cNvCxnSpPr/>
                <p:nvPr/>
              </p:nvCxnSpPr>
              <p:spPr>
                <a:xfrm>
                  <a:off x="2414066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Łącznik prosty 165">
                  <a:extLst>
                    <a:ext uri="{FF2B5EF4-FFF2-40B4-BE49-F238E27FC236}">
                      <a16:creationId xmlns:a16="http://schemas.microsoft.com/office/drawing/2014/main" id="{1AE8B861-D67B-CB7E-278E-9448F5BD0712}"/>
                    </a:ext>
                  </a:extLst>
                </p:cNvPr>
                <p:cNvCxnSpPr/>
                <p:nvPr/>
              </p:nvCxnSpPr>
              <p:spPr>
                <a:xfrm>
                  <a:off x="2634280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Łącznik prosty 166">
                  <a:extLst>
                    <a:ext uri="{FF2B5EF4-FFF2-40B4-BE49-F238E27FC236}">
                      <a16:creationId xmlns:a16="http://schemas.microsoft.com/office/drawing/2014/main" id="{45A339D0-505E-74C9-4A15-8422B9624E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0038" y="2756519"/>
                  <a:ext cx="244242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upa 167">
                <a:extLst>
                  <a:ext uri="{FF2B5EF4-FFF2-40B4-BE49-F238E27FC236}">
                    <a16:creationId xmlns:a16="http://schemas.microsoft.com/office/drawing/2014/main" id="{1CD56F12-014C-97EE-79EE-2A7EAF7175BC}"/>
                  </a:ext>
                </a:extLst>
              </p:cNvPr>
              <p:cNvGrpSpPr/>
              <p:nvPr/>
            </p:nvGrpSpPr>
            <p:grpSpPr>
              <a:xfrm>
                <a:off x="3092169" y="2372903"/>
                <a:ext cx="463175" cy="413657"/>
                <a:chOff x="2171105" y="2372903"/>
                <a:chExt cx="463175" cy="413657"/>
              </a:xfrm>
            </p:grpSpPr>
            <p:cxnSp>
              <p:nvCxnSpPr>
                <p:cNvPr id="169" name="Łącznik prosty 168">
                  <a:extLst>
                    <a:ext uri="{FF2B5EF4-FFF2-40B4-BE49-F238E27FC236}">
                      <a16:creationId xmlns:a16="http://schemas.microsoft.com/office/drawing/2014/main" id="{D85547C3-71B4-F086-6EAE-860A66E9AA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1105" y="2401478"/>
                  <a:ext cx="242961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Łącznik prosty 169">
                  <a:extLst>
                    <a:ext uri="{FF2B5EF4-FFF2-40B4-BE49-F238E27FC236}">
                      <a16:creationId xmlns:a16="http://schemas.microsoft.com/office/drawing/2014/main" id="{8B76606B-B16E-D578-69FD-38E5FA3E0AB8}"/>
                    </a:ext>
                  </a:extLst>
                </p:cNvPr>
                <p:cNvCxnSpPr/>
                <p:nvPr/>
              </p:nvCxnSpPr>
              <p:spPr>
                <a:xfrm>
                  <a:off x="2414066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Łącznik prosty 170">
                  <a:extLst>
                    <a:ext uri="{FF2B5EF4-FFF2-40B4-BE49-F238E27FC236}">
                      <a16:creationId xmlns:a16="http://schemas.microsoft.com/office/drawing/2014/main" id="{72D92AB0-9E09-EC08-5E34-7F2FF85FE534}"/>
                    </a:ext>
                  </a:extLst>
                </p:cNvPr>
                <p:cNvCxnSpPr/>
                <p:nvPr/>
              </p:nvCxnSpPr>
              <p:spPr>
                <a:xfrm>
                  <a:off x="2634280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Łącznik prosty 171">
                  <a:extLst>
                    <a:ext uri="{FF2B5EF4-FFF2-40B4-BE49-F238E27FC236}">
                      <a16:creationId xmlns:a16="http://schemas.microsoft.com/office/drawing/2014/main" id="{149B1878-1A31-355D-6585-B6D432FC5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0038" y="2756519"/>
                  <a:ext cx="244242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upa 172">
                <a:extLst>
                  <a:ext uri="{FF2B5EF4-FFF2-40B4-BE49-F238E27FC236}">
                    <a16:creationId xmlns:a16="http://schemas.microsoft.com/office/drawing/2014/main" id="{5659D50D-4D15-90D9-B9F2-1B4360A78983}"/>
                  </a:ext>
                </a:extLst>
              </p:cNvPr>
              <p:cNvGrpSpPr/>
              <p:nvPr/>
            </p:nvGrpSpPr>
            <p:grpSpPr>
              <a:xfrm>
                <a:off x="3532057" y="2372903"/>
                <a:ext cx="463175" cy="413657"/>
                <a:chOff x="2171105" y="2372903"/>
                <a:chExt cx="463175" cy="413657"/>
              </a:xfrm>
            </p:grpSpPr>
            <p:cxnSp>
              <p:nvCxnSpPr>
                <p:cNvPr id="174" name="Łącznik prosty 173">
                  <a:extLst>
                    <a:ext uri="{FF2B5EF4-FFF2-40B4-BE49-F238E27FC236}">
                      <a16:creationId xmlns:a16="http://schemas.microsoft.com/office/drawing/2014/main" id="{10ACAAC1-88D3-F03C-CF49-D41465A923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1105" y="2401478"/>
                  <a:ext cx="242961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Łącznik prosty 174">
                  <a:extLst>
                    <a:ext uri="{FF2B5EF4-FFF2-40B4-BE49-F238E27FC236}">
                      <a16:creationId xmlns:a16="http://schemas.microsoft.com/office/drawing/2014/main" id="{2D69A7A4-ECAA-B1A3-8AA7-FA51BF9ABAE9}"/>
                    </a:ext>
                  </a:extLst>
                </p:cNvPr>
                <p:cNvCxnSpPr/>
                <p:nvPr/>
              </p:nvCxnSpPr>
              <p:spPr>
                <a:xfrm>
                  <a:off x="2414066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Łącznik prosty 175">
                  <a:extLst>
                    <a:ext uri="{FF2B5EF4-FFF2-40B4-BE49-F238E27FC236}">
                      <a16:creationId xmlns:a16="http://schemas.microsoft.com/office/drawing/2014/main" id="{790BB1C3-21BC-28F2-5EFF-F9F74238D8BD}"/>
                    </a:ext>
                  </a:extLst>
                </p:cNvPr>
                <p:cNvCxnSpPr/>
                <p:nvPr/>
              </p:nvCxnSpPr>
              <p:spPr>
                <a:xfrm>
                  <a:off x="2634280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Łącznik prosty 176">
                  <a:extLst>
                    <a:ext uri="{FF2B5EF4-FFF2-40B4-BE49-F238E27FC236}">
                      <a16:creationId xmlns:a16="http://schemas.microsoft.com/office/drawing/2014/main" id="{357EC246-FE52-834E-781B-AD5183A88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0038" y="2756519"/>
                  <a:ext cx="244242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8" name="Łącznik prosty 177">
                <a:extLst>
                  <a:ext uri="{FF2B5EF4-FFF2-40B4-BE49-F238E27FC236}">
                    <a16:creationId xmlns:a16="http://schemas.microsoft.com/office/drawing/2014/main" id="{7FC1B2A4-2C93-8BC7-0AB0-DBBD06C5AD58}"/>
                  </a:ext>
                </a:extLst>
              </p:cNvPr>
              <p:cNvCxnSpPr/>
              <p:nvPr/>
            </p:nvCxnSpPr>
            <p:spPr>
              <a:xfrm>
                <a:off x="4004309" y="2372903"/>
                <a:ext cx="0" cy="41365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9" name="Grupa 178">
                <a:extLst>
                  <a:ext uri="{FF2B5EF4-FFF2-40B4-BE49-F238E27FC236}">
                    <a16:creationId xmlns:a16="http://schemas.microsoft.com/office/drawing/2014/main" id="{7398129F-B06A-F866-83A7-5531148F682F}"/>
                  </a:ext>
                </a:extLst>
              </p:cNvPr>
              <p:cNvGrpSpPr/>
              <p:nvPr/>
            </p:nvGrpSpPr>
            <p:grpSpPr>
              <a:xfrm>
                <a:off x="3989948" y="2372903"/>
                <a:ext cx="463175" cy="413657"/>
                <a:chOff x="2171105" y="2372903"/>
                <a:chExt cx="463175" cy="413657"/>
              </a:xfrm>
            </p:grpSpPr>
            <p:cxnSp>
              <p:nvCxnSpPr>
                <p:cNvPr id="180" name="Łącznik prosty 179">
                  <a:extLst>
                    <a:ext uri="{FF2B5EF4-FFF2-40B4-BE49-F238E27FC236}">
                      <a16:creationId xmlns:a16="http://schemas.microsoft.com/office/drawing/2014/main" id="{555F88AB-0FB1-8E8C-D898-3E0560B944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1105" y="2401478"/>
                  <a:ext cx="242961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Łącznik prosty 180">
                  <a:extLst>
                    <a:ext uri="{FF2B5EF4-FFF2-40B4-BE49-F238E27FC236}">
                      <a16:creationId xmlns:a16="http://schemas.microsoft.com/office/drawing/2014/main" id="{8B00D7C7-C5AE-BEFA-0004-A7D59CDDFDC5}"/>
                    </a:ext>
                  </a:extLst>
                </p:cNvPr>
                <p:cNvCxnSpPr/>
                <p:nvPr/>
              </p:nvCxnSpPr>
              <p:spPr>
                <a:xfrm>
                  <a:off x="2414066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Łącznik prosty 181">
                  <a:extLst>
                    <a:ext uri="{FF2B5EF4-FFF2-40B4-BE49-F238E27FC236}">
                      <a16:creationId xmlns:a16="http://schemas.microsoft.com/office/drawing/2014/main" id="{5CEB9B6B-162A-2BF3-D7B5-2892EE9419B2}"/>
                    </a:ext>
                  </a:extLst>
                </p:cNvPr>
                <p:cNvCxnSpPr/>
                <p:nvPr/>
              </p:nvCxnSpPr>
              <p:spPr>
                <a:xfrm>
                  <a:off x="2634280" y="2372903"/>
                  <a:ext cx="0" cy="413657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Łącznik prosty 182">
                  <a:extLst>
                    <a:ext uri="{FF2B5EF4-FFF2-40B4-BE49-F238E27FC236}">
                      <a16:creationId xmlns:a16="http://schemas.microsoft.com/office/drawing/2014/main" id="{5A592B18-4A4C-C5E5-401E-73A91764DA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0038" y="2756519"/>
                  <a:ext cx="244242" cy="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5" name="pole tekstowe 284">
                <a:extLst>
                  <a:ext uri="{FF2B5EF4-FFF2-40B4-BE49-F238E27FC236}">
                    <a16:creationId xmlns:a16="http://schemas.microsoft.com/office/drawing/2014/main" id="{54AB46A6-83ED-52FA-9E83-54BBCE4C9C3C}"/>
                  </a:ext>
                </a:extLst>
              </p:cNvPr>
              <p:cNvSpPr txBox="1"/>
              <p:nvPr/>
            </p:nvSpPr>
            <p:spPr>
              <a:xfrm>
                <a:off x="2204233" y="2003571"/>
                <a:ext cx="189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l-PL" dirty="0"/>
                  <a:t>0</a:t>
                </a:r>
                <a:endParaRPr lang="en-US" dirty="0"/>
              </a:p>
            </p:txBody>
          </p:sp>
          <p:sp>
            <p:nvSpPr>
              <p:cNvPr id="287" name="pole tekstowe 286">
                <a:extLst>
                  <a:ext uri="{FF2B5EF4-FFF2-40B4-BE49-F238E27FC236}">
                    <a16:creationId xmlns:a16="http://schemas.microsoft.com/office/drawing/2014/main" id="{AE70CDD3-7652-4380-1118-44C798207C28}"/>
                  </a:ext>
                </a:extLst>
              </p:cNvPr>
              <p:cNvSpPr txBox="1"/>
              <p:nvPr/>
            </p:nvSpPr>
            <p:spPr>
              <a:xfrm>
                <a:off x="2678000" y="1984686"/>
                <a:ext cx="189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l-PL" dirty="0"/>
                  <a:t>1</a:t>
                </a:r>
                <a:endParaRPr lang="en-US" dirty="0"/>
              </a:p>
            </p:txBody>
          </p:sp>
          <p:sp>
            <p:nvSpPr>
              <p:cNvPr id="288" name="pole tekstowe 287">
                <a:extLst>
                  <a:ext uri="{FF2B5EF4-FFF2-40B4-BE49-F238E27FC236}">
                    <a16:creationId xmlns:a16="http://schemas.microsoft.com/office/drawing/2014/main" id="{8DC72F16-B71B-B94B-C2E5-605F96A809D5}"/>
                  </a:ext>
                </a:extLst>
              </p:cNvPr>
              <p:cNvSpPr txBox="1"/>
              <p:nvPr/>
            </p:nvSpPr>
            <p:spPr>
              <a:xfrm>
                <a:off x="2999319" y="1984686"/>
                <a:ext cx="442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l-PL" dirty="0"/>
                  <a:t>…</a:t>
                </a:r>
                <a:endParaRPr lang="en-US" dirty="0"/>
              </a:p>
            </p:txBody>
          </p:sp>
          <p:sp>
            <p:nvSpPr>
              <p:cNvPr id="289" name="pole tekstowe 288">
                <a:extLst>
                  <a:ext uri="{FF2B5EF4-FFF2-40B4-BE49-F238E27FC236}">
                    <a16:creationId xmlns:a16="http://schemas.microsoft.com/office/drawing/2014/main" id="{3FBF371C-76C7-1C40-D8C7-FFC9AAB735B4}"/>
                  </a:ext>
                </a:extLst>
              </p:cNvPr>
              <p:cNvSpPr txBox="1"/>
              <p:nvPr/>
            </p:nvSpPr>
            <p:spPr>
              <a:xfrm>
                <a:off x="3577730" y="1984686"/>
                <a:ext cx="189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l-PL" dirty="0"/>
                  <a:t>7</a:t>
                </a:r>
                <a:endParaRPr lang="en-US" dirty="0"/>
              </a:p>
            </p:txBody>
          </p:sp>
          <p:sp>
            <p:nvSpPr>
              <p:cNvPr id="290" name="pole tekstowe 289">
                <a:extLst>
                  <a:ext uri="{FF2B5EF4-FFF2-40B4-BE49-F238E27FC236}">
                    <a16:creationId xmlns:a16="http://schemas.microsoft.com/office/drawing/2014/main" id="{393104F2-0359-2EA4-B47F-795F0EB5297F}"/>
                  </a:ext>
                </a:extLst>
              </p:cNvPr>
              <p:cNvSpPr txBox="1"/>
              <p:nvPr/>
            </p:nvSpPr>
            <p:spPr>
              <a:xfrm>
                <a:off x="4041841" y="2003571"/>
                <a:ext cx="189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l-PL" dirty="0"/>
                  <a:t>8</a:t>
                </a:r>
                <a:endParaRPr lang="en-US" dirty="0"/>
              </a:p>
            </p:txBody>
          </p:sp>
        </p:grpSp>
        <p:sp>
          <p:nvSpPr>
            <p:cNvPr id="308" name="pole tekstowe 307">
              <a:extLst>
                <a:ext uri="{FF2B5EF4-FFF2-40B4-BE49-F238E27FC236}">
                  <a16:creationId xmlns:a16="http://schemas.microsoft.com/office/drawing/2014/main" id="{B27CE6FA-0604-D279-0ED2-A594531063FE}"/>
                </a:ext>
              </a:extLst>
            </p:cNvPr>
            <p:cNvSpPr txBox="1"/>
            <p:nvPr/>
          </p:nvSpPr>
          <p:spPr>
            <a:xfrm>
              <a:off x="4474526" y="1995896"/>
              <a:ext cx="18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9</a:t>
              </a:r>
              <a:endParaRPr lang="en-US" dirty="0"/>
            </a:p>
          </p:txBody>
        </p:sp>
        <p:sp>
          <p:nvSpPr>
            <p:cNvPr id="309" name="pole tekstowe 308">
              <a:extLst>
                <a:ext uri="{FF2B5EF4-FFF2-40B4-BE49-F238E27FC236}">
                  <a16:creationId xmlns:a16="http://schemas.microsoft.com/office/drawing/2014/main" id="{C07CB8CB-1526-894A-DFFD-3C888F9378B7}"/>
                </a:ext>
              </a:extLst>
            </p:cNvPr>
            <p:cNvSpPr txBox="1"/>
            <p:nvPr/>
          </p:nvSpPr>
          <p:spPr>
            <a:xfrm>
              <a:off x="4765191" y="1995896"/>
              <a:ext cx="509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10</a:t>
              </a:r>
              <a:endParaRPr lang="en-US" dirty="0"/>
            </a:p>
          </p:txBody>
        </p:sp>
        <p:sp>
          <p:nvSpPr>
            <p:cNvPr id="310" name="pole tekstowe 309">
              <a:extLst>
                <a:ext uri="{FF2B5EF4-FFF2-40B4-BE49-F238E27FC236}">
                  <a16:creationId xmlns:a16="http://schemas.microsoft.com/office/drawing/2014/main" id="{9460AC31-279C-6C27-48EC-604CCEA4587B}"/>
                </a:ext>
              </a:extLst>
            </p:cNvPr>
            <p:cNvSpPr txBox="1"/>
            <p:nvPr/>
          </p:nvSpPr>
          <p:spPr>
            <a:xfrm>
              <a:off x="5266820" y="1995896"/>
              <a:ext cx="434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11</a:t>
              </a:r>
              <a:endParaRPr lang="en-US" dirty="0"/>
            </a:p>
          </p:txBody>
        </p:sp>
        <p:sp>
          <p:nvSpPr>
            <p:cNvPr id="311" name="pole tekstowe 310">
              <a:extLst>
                <a:ext uri="{FF2B5EF4-FFF2-40B4-BE49-F238E27FC236}">
                  <a16:creationId xmlns:a16="http://schemas.microsoft.com/office/drawing/2014/main" id="{4B92916B-6B0F-8810-7BD8-45FCE43D4FE0}"/>
                </a:ext>
              </a:extLst>
            </p:cNvPr>
            <p:cNvSpPr txBox="1"/>
            <p:nvPr/>
          </p:nvSpPr>
          <p:spPr>
            <a:xfrm>
              <a:off x="5711870" y="1995896"/>
              <a:ext cx="434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12</a:t>
              </a:r>
              <a:endParaRPr lang="en-US" dirty="0"/>
            </a:p>
          </p:txBody>
        </p:sp>
        <p:sp>
          <p:nvSpPr>
            <p:cNvPr id="312" name="pole tekstowe 311">
              <a:extLst>
                <a:ext uri="{FF2B5EF4-FFF2-40B4-BE49-F238E27FC236}">
                  <a16:creationId xmlns:a16="http://schemas.microsoft.com/office/drawing/2014/main" id="{787FE71F-AD34-8893-0322-F2C1C0085584}"/>
                </a:ext>
              </a:extLst>
            </p:cNvPr>
            <p:cNvSpPr txBox="1"/>
            <p:nvPr/>
          </p:nvSpPr>
          <p:spPr>
            <a:xfrm>
              <a:off x="6140451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13</a:t>
              </a:r>
              <a:endParaRPr lang="en-US" dirty="0"/>
            </a:p>
          </p:txBody>
        </p:sp>
        <p:sp>
          <p:nvSpPr>
            <p:cNvPr id="399" name="pole tekstowe 398">
              <a:extLst>
                <a:ext uri="{FF2B5EF4-FFF2-40B4-BE49-F238E27FC236}">
                  <a16:creationId xmlns:a16="http://schemas.microsoft.com/office/drawing/2014/main" id="{0DC2752F-1537-2297-FAD8-09186B424C62}"/>
                </a:ext>
              </a:extLst>
            </p:cNvPr>
            <p:cNvSpPr txBox="1"/>
            <p:nvPr/>
          </p:nvSpPr>
          <p:spPr>
            <a:xfrm>
              <a:off x="6621746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14</a:t>
              </a:r>
              <a:endParaRPr lang="en-US" dirty="0"/>
            </a:p>
          </p:txBody>
        </p:sp>
        <p:sp>
          <p:nvSpPr>
            <p:cNvPr id="400" name="pole tekstowe 399">
              <a:extLst>
                <a:ext uri="{FF2B5EF4-FFF2-40B4-BE49-F238E27FC236}">
                  <a16:creationId xmlns:a16="http://schemas.microsoft.com/office/drawing/2014/main" id="{D5CA7ED2-258A-8039-9B52-304DF4E68E1C}"/>
                </a:ext>
              </a:extLst>
            </p:cNvPr>
            <p:cNvSpPr txBox="1"/>
            <p:nvPr/>
          </p:nvSpPr>
          <p:spPr>
            <a:xfrm>
              <a:off x="7061042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15</a:t>
              </a:r>
              <a:endParaRPr lang="en-US" dirty="0"/>
            </a:p>
          </p:txBody>
        </p:sp>
        <p:sp>
          <p:nvSpPr>
            <p:cNvPr id="401" name="pole tekstowe 400">
              <a:extLst>
                <a:ext uri="{FF2B5EF4-FFF2-40B4-BE49-F238E27FC236}">
                  <a16:creationId xmlns:a16="http://schemas.microsoft.com/office/drawing/2014/main" id="{4A3BA30A-547B-5207-5830-2D203A8029C8}"/>
                </a:ext>
              </a:extLst>
            </p:cNvPr>
            <p:cNvSpPr txBox="1"/>
            <p:nvPr/>
          </p:nvSpPr>
          <p:spPr>
            <a:xfrm>
              <a:off x="7510439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16</a:t>
              </a:r>
              <a:endParaRPr lang="en-US" dirty="0"/>
            </a:p>
          </p:txBody>
        </p:sp>
        <p:sp>
          <p:nvSpPr>
            <p:cNvPr id="402" name="pole tekstowe 401">
              <a:extLst>
                <a:ext uri="{FF2B5EF4-FFF2-40B4-BE49-F238E27FC236}">
                  <a16:creationId xmlns:a16="http://schemas.microsoft.com/office/drawing/2014/main" id="{4C6828ED-FBD2-0CAC-4CDB-C68ED7EF724A}"/>
                </a:ext>
              </a:extLst>
            </p:cNvPr>
            <p:cNvSpPr txBox="1"/>
            <p:nvPr/>
          </p:nvSpPr>
          <p:spPr>
            <a:xfrm>
              <a:off x="7949735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17</a:t>
              </a:r>
              <a:endParaRPr lang="en-US" dirty="0"/>
            </a:p>
          </p:txBody>
        </p:sp>
        <p:sp>
          <p:nvSpPr>
            <p:cNvPr id="403" name="pole tekstowe 402">
              <a:extLst>
                <a:ext uri="{FF2B5EF4-FFF2-40B4-BE49-F238E27FC236}">
                  <a16:creationId xmlns:a16="http://schemas.microsoft.com/office/drawing/2014/main" id="{5B18DC81-FBAC-072D-2676-9C8769C52354}"/>
                </a:ext>
              </a:extLst>
            </p:cNvPr>
            <p:cNvSpPr txBox="1"/>
            <p:nvPr/>
          </p:nvSpPr>
          <p:spPr>
            <a:xfrm>
              <a:off x="8399071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18</a:t>
              </a:r>
              <a:endParaRPr lang="en-US" dirty="0"/>
            </a:p>
          </p:txBody>
        </p:sp>
        <p:sp>
          <p:nvSpPr>
            <p:cNvPr id="404" name="pole tekstowe 403">
              <a:extLst>
                <a:ext uri="{FF2B5EF4-FFF2-40B4-BE49-F238E27FC236}">
                  <a16:creationId xmlns:a16="http://schemas.microsoft.com/office/drawing/2014/main" id="{737B909D-3F51-1D28-1E20-85141AFB9714}"/>
                </a:ext>
              </a:extLst>
            </p:cNvPr>
            <p:cNvSpPr txBox="1"/>
            <p:nvPr/>
          </p:nvSpPr>
          <p:spPr>
            <a:xfrm>
              <a:off x="8870206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19</a:t>
              </a:r>
              <a:endParaRPr lang="en-US" dirty="0"/>
            </a:p>
          </p:txBody>
        </p:sp>
        <p:sp>
          <p:nvSpPr>
            <p:cNvPr id="405" name="pole tekstowe 404">
              <a:extLst>
                <a:ext uri="{FF2B5EF4-FFF2-40B4-BE49-F238E27FC236}">
                  <a16:creationId xmlns:a16="http://schemas.microsoft.com/office/drawing/2014/main" id="{28E42778-4B86-311C-AE6C-2B0F6C3804DF}"/>
                </a:ext>
              </a:extLst>
            </p:cNvPr>
            <p:cNvSpPr txBox="1"/>
            <p:nvPr/>
          </p:nvSpPr>
          <p:spPr>
            <a:xfrm>
              <a:off x="9319602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20</a:t>
              </a:r>
              <a:endParaRPr lang="en-US" dirty="0"/>
            </a:p>
          </p:txBody>
        </p:sp>
        <p:sp>
          <p:nvSpPr>
            <p:cNvPr id="406" name="pole tekstowe 405">
              <a:extLst>
                <a:ext uri="{FF2B5EF4-FFF2-40B4-BE49-F238E27FC236}">
                  <a16:creationId xmlns:a16="http://schemas.microsoft.com/office/drawing/2014/main" id="{2985AE2C-3540-4B7D-98FD-2FCF2EDCD9E8}"/>
                </a:ext>
              </a:extLst>
            </p:cNvPr>
            <p:cNvSpPr txBox="1"/>
            <p:nvPr/>
          </p:nvSpPr>
          <p:spPr>
            <a:xfrm>
              <a:off x="9768999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21</a:t>
              </a:r>
              <a:endParaRPr lang="en-US" dirty="0"/>
            </a:p>
          </p:txBody>
        </p:sp>
        <p:sp>
          <p:nvSpPr>
            <p:cNvPr id="407" name="pole tekstowe 406">
              <a:extLst>
                <a:ext uri="{FF2B5EF4-FFF2-40B4-BE49-F238E27FC236}">
                  <a16:creationId xmlns:a16="http://schemas.microsoft.com/office/drawing/2014/main" id="{D6C2D8C8-3555-E393-A5AE-EEEC673E2CF4}"/>
                </a:ext>
              </a:extLst>
            </p:cNvPr>
            <p:cNvSpPr txBox="1"/>
            <p:nvPr/>
          </p:nvSpPr>
          <p:spPr>
            <a:xfrm>
              <a:off x="10218261" y="1995896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22</a:t>
              </a:r>
              <a:endParaRPr lang="en-US" dirty="0"/>
            </a:p>
          </p:txBody>
        </p:sp>
        <p:sp>
          <p:nvSpPr>
            <p:cNvPr id="409" name="pole tekstowe 408">
              <a:extLst>
                <a:ext uri="{FF2B5EF4-FFF2-40B4-BE49-F238E27FC236}">
                  <a16:creationId xmlns:a16="http://schemas.microsoft.com/office/drawing/2014/main" id="{1C69C144-C4A4-5200-EA5E-9046C6786098}"/>
                </a:ext>
              </a:extLst>
            </p:cNvPr>
            <p:cNvSpPr txBox="1"/>
            <p:nvPr/>
          </p:nvSpPr>
          <p:spPr>
            <a:xfrm>
              <a:off x="116751" y="3617675"/>
              <a:ext cx="9056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MOSI</a:t>
              </a:r>
              <a:endParaRPr lang="en-US" sz="2400" b="1" dirty="0"/>
            </a:p>
          </p:txBody>
        </p:sp>
        <p:sp>
          <p:nvSpPr>
            <p:cNvPr id="410" name="pole tekstowe 409">
              <a:extLst>
                <a:ext uri="{FF2B5EF4-FFF2-40B4-BE49-F238E27FC236}">
                  <a16:creationId xmlns:a16="http://schemas.microsoft.com/office/drawing/2014/main" id="{909D7727-4D53-8A9E-AA9B-247213B62237}"/>
                </a:ext>
              </a:extLst>
            </p:cNvPr>
            <p:cNvSpPr txBox="1"/>
            <p:nvPr/>
          </p:nvSpPr>
          <p:spPr>
            <a:xfrm>
              <a:off x="235415" y="2361294"/>
              <a:ext cx="705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SCK</a:t>
              </a:r>
              <a:endParaRPr lang="en-US" sz="2400" b="1" dirty="0"/>
            </a:p>
          </p:txBody>
        </p:sp>
        <p:cxnSp>
          <p:nvCxnSpPr>
            <p:cNvPr id="413" name="Łącznik prosty 412">
              <a:extLst>
                <a:ext uri="{FF2B5EF4-FFF2-40B4-BE49-F238E27FC236}">
                  <a16:creationId xmlns:a16="http://schemas.microsoft.com/office/drawing/2014/main" id="{243EF78A-3ECA-DD49-A227-A7C0FF764D47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2" y="5049989"/>
              <a:ext cx="1112400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pole tekstowe 413">
              <a:extLst>
                <a:ext uri="{FF2B5EF4-FFF2-40B4-BE49-F238E27FC236}">
                  <a16:creationId xmlns:a16="http://schemas.microsoft.com/office/drawing/2014/main" id="{BEB5D213-087C-47EF-065A-9136692C492D}"/>
                </a:ext>
              </a:extLst>
            </p:cNvPr>
            <p:cNvSpPr txBox="1"/>
            <p:nvPr/>
          </p:nvSpPr>
          <p:spPr>
            <a:xfrm>
              <a:off x="101759" y="4789149"/>
              <a:ext cx="97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MISO</a:t>
              </a:r>
              <a:endParaRPr lang="en-US" sz="2400" b="1" dirty="0"/>
            </a:p>
          </p:txBody>
        </p:sp>
        <p:sp>
          <p:nvSpPr>
            <p:cNvPr id="415" name="pole tekstowe 414">
              <a:extLst>
                <a:ext uri="{FF2B5EF4-FFF2-40B4-BE49-F238E27FC236}">
                  <a16:creationId xmlns:a16="http://schemas.microsoft.com/office/drawing/2014/main" id="{64B14315-D81B-37CE-151D-4ADF40B19644}"/>
                </a:ext>
              </a:extLst>
            </p:cNvPr>
            <p:cNvSpPr txBox="1"/>
            <p:nvPr/>
          </p:nvSpPr>
          <p:spPr>
            <a:xfrm>
              <a:off x="347551" y="1542990"/>
              <a:ext cx="97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SS</a:t>
              </a:r>
              <a:endParaRPr lang="en-US" sz="2400" b="1" dirty="0"/>
            </a:p>
          </p:txBody>
        </p:sp>
        <p:cxnSp>
          <p:nvCxnSpPr>
            <p:cNvPr id="418" name="Łącznik prosty 417">
              <a:extLst>
                <a:ext uri="{FF2B5EF4-FFF2-40B4-BE49-F238E27FC236}">
                  <a16:creationId xmlns:a16="http://schemas.microsoft.com/office/drawing/2014/main" id="{D659D5CB-866E-9252-F5E6-C7B960B3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235075" y="1588598"/>
              <a:ext cx="195296" cy="38074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Łącznik prosty 418">
              <a:extLst>
                <a:ext uri="{FF2B5EF4-FFF2-40B4-BE49-F238E27FC236}">
                  <a16:creationId xmlns:a16="http://schemas.microsoft.com/office/drawing/2014/main" id="{24AE2B98-4252-83B0-F180-5EACDBC1D517}"/>
                </a:ext>
              </a:extLst>
            </p:cNvPr>
            <p:cNvCxnSpPr>
              <a:cxnSpLocks/>
            </p:cNvCxnSpPr>
            <p:nvPr/>
          </p:nvCxnSpPr>
          <p:spPr>
            <a:xfrm>
              <a:off x="1404938" y="1961802"/>
              <a:ext cx="939600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Łącznik prosty 422">
              <a:extLst>
                <a:ext uri="{FF2B5EF4-FFF2-40B4-BE49-F238E27FC236}">
                  <a16:creationId xmlns:a16="http://schemas.microsoft.com/office/drawing/2014/main" id="{E1602C20-7529-7EBC-0D22-324B2CEEEF79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2" y="1601182"/>
              <a:ext cx="301946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Łącznik prosty 427">
              <a:extLst>
                <a:ext uri="{FF2B5EF4-FFF2-40B4-BE49-F238E27FC236}">
                  <a16:creationId xmlns:a16="http://schemas.microsoft.com/office/drawing/2014/main" id="{E7E0FDD6-96FB-1963-9CC3-4ECF6468A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507" y="1588598"/>
              <a:ext cx="177417" cy="373204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Łącznik prosty 428">
              <a:extLst>
                <a:ext uri="{FF2B5EF4-FFF2-40B4-BE49-F238E27FC236}">
                  <a16:creationId xmlns:a16="http://schemas.microsoft.com/office/drawing/2014/main" id="{43F323ED-CB6A-D1DA-1665-2BE4C9CF2DDC}"/>
                </a:ext>
              </a:extLst>
            </p:cNvPr>
            <p:cNvCxnSpPr>
              <a:cxnSpLocks/>
            </p:cNvCxnSpPr>
            <p:nvPr/>
          </p:nvCxnSpPr>
          <p:spPr>
            <a:xfrm>
              <a:off x="10918634" y="1601182"/>
              <a:ext cx="1177822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pole tekstowe 434">
              <a:extLst>
                <a:ext uri="{FF2B5EF4-FFF2-40B4-BE49-F238E27FC236}">
                  <a16:creationId xmlns:a16="http://schemas.microsoft.com/office/drawing/2014/main" id="{5DDE6300-EE20-697A-E6FA-A9D979FE3768}"/>
                </a:ext>
              </a:extLst>
            </p:cNvPr>
            <p:cNvSpPr txBox="1"/>
            <p:nvPr/>
          </p:nvSpPr>
          <p:spPr>
            <a:xfrm>
              <a:off x="5590698" y="4558317"/>
              <a:ext cx="58771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Stan wysokiej impedancji</a:t>
              </a:r>
              <a:endParaRPr lang="en-US" sz="2400" b="1" dirty="0"/>
            </a:p>
          </p:txBody>
        </p:sp>
        <p:sp>
          <p:nvSpPr>
            <p:cNvPr id="436" name="pole tekstowe 435">
              <a:extLst>
                <a:ext uri="{FF2B5EF4-FFF2-40B4-BE49-F238E27FC236}">
                  <a16:creationId xmlns:a16="http://schemas.microsoft.com/office/drawing/2014/main" id="{BBD2EF4D-A9BD-AB03-3A95-90BBF7F689B9}"/>
                </a:ext>
              </a:extLst>
            </p:cNvPr>
            <p:cNvSpPr txBox="1"/>
            <p:nvPr/>
          </p:nvSpPr>
          <p:spPr>
            <a:xfrm>
              <a:off x="1983912" y="2777584"/>
              <a:ext cx="1947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b="1" dirty="0"/>
                <a:t>Instrukcja (01h)</a:t>
              </a:r>
              <a:endParaRPr lang="en-US" b="1" dirty="0"/>
            </a:p>
          </p:txBody>
        </p:sp>
        <p:grpSp>
          <p:nvGrpSpPr>
            <p:cNvPr id="445" name="Grupa 444">
              <a:extLst>
                <a:ext uri="{FF2B5EF4-FFF2-40B4-BE49-F238E27FC236}">
                  <a16:creationId xmlns:a16="http://schemas.microsoft.com/office/drawing/2014/main" id="{0E051A6F-5D09-89C0-D4D4-3DDB212B5CD9}"/>
                </a:ext>
              </a:extLst>
            </p:cNvPr>
            <p:cNvGrpSpPr/>
            <p:nvPr/>
          </p:nvGrpSpPr>
          <p:grpSpPr>
            <a:xfrm>
              <a:off x="1851479" y="2811600"/>
              <a:ext cx="1911350" cy="301270"/>
              <a:chOff x="1851479" y="2811600"/>
              <a:chExt cx="1911350" cy="301270"/>
            </a:xfrm>
          </p:grpSpPr>
          <p:cxnSp>
            <p:nvCxnSpPr>
              <p:cNvPr id="439" name="Łącznik prosty 438">
                <a:extLst>
                  <a:ext uri="{FF2B5EF4-FFF2-40B4-BE49-F238E27FC236}">
                    <a16:creationId xmlns:a16="http://schemas.microsoft.com/office/drawing/2014/main" id="{3B6B6B06-F154-C940-52AC-012B2398CF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2829" y="2811629"/>
                <a:ext cx="0" cy="30124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1" name="Łącznik prosty 440">
                <a:extLst>
                  <a:ext uri="{FF2B5EF4-FFF2-40B4-BE49-F238E27FC236}">
                    <a16:creationId xmlns:a16="http://schemas.microsoft.com/office/drawing/2014/main" id="{543C5006-8EEF-00B4-F24B-C5CB9885C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1479" y="2811600"/>
                <a:ext cx="0" cy="30124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3" name="Łącznik prosty ze strzałką 442">
                <a:extLst>
                  <a:ext uri="{FF2B5EF4-FFF2-40B4-BE49-F238E27FC236}">
                    <a16:creationId xmlns:a16="http://schemas.microsoft.com/office/drawing/2014/main" id="{4379B336-5D47-9DCE-E952-A4AA1E6A9843}"/>
                  </a:ext>
                </a:extLst>
              </p:cNvPr>
              <p:cNvCxnSpPr/>
              <p:nvPr/>
            </p:nvCxnSpPr>
            <p:spPr>
              <a:xfrm>
                <a:off x="3554412" y="2962250"/>
                <a:ext cx="1750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4" name="Łącznik prosty ze strzałką 443">
                <a:extLst>
                  <a:ext uri="{FF2B5EF4-FFF2-40B4-BE49-F238E27FC236}">
                    <a16:creationId xmlns:a16="http://schemas.microsoft.com/office/drawing/2014/main" id="{3C451C1C-86C9-374C-94E6-E897BA03161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861005" y="2962220"/>
                <a:ext cx="1750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46" name="Grupa 445">
              <a:extLst>
                <a:ext uri="{FF2B5EF4-FFF2-40B4-BE49-F238E27FC236}">
                  <a16:creationId xmlns:a16="http://schemas.microsoft.com/office/drawing/2014/main" id="{4105A294-A48E-129D-3580-E57B7BA9B42D}"/>
                </a:ext>
              </a:extLst>
            </p:cNvPr>
            <p:cNvGrpSpPr/>
            <p:nvPr/>
          </p:nvGrpSpPr>
          <p:grpSpPr>
            <a:xfrm>
              <a:off x="3804698" y="2809661"/>
              <a:ext cx="3580351" cy="301241"/>
              <a:chOff x="1859365" y="2811629"/>
              <a:chExt cx="1903464" cy="301241"/>
            </a:xfrm>
          </p:grpSpPr>
          <p:cxnSp>
            <p:nvCxnSpPr>
              <p:cNvPr id="447" name="Łącznik prosty 446">
                <a:extLst>
                  <a:ext uri="{FF2B5EF4-FFF2-40B4-BE49-F238E27FC236}">
                    <a16:creationId xmlns:a16="http://schemas.microsoft.com/office/drawing/2014/main" id="{C4FB1ECC-2D20-2460-36D8-4373E9613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2829" y="2811629"/>
                <a:ext cx="0" cy="30124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9" name="Łącznik prosty ze strzałką 448">
                <a:extLst>
                  <a:ext uri="{FF2B5EF4-FFF2-40B4-BE49-F238E27FC236}">
                    <a16:creationId xmlns:a16="http://schemas.microsoft.com/office/drawing/2014/main" id="{A3210013-3048-12AE-374A-2D1BAC344B97}"/>
                  </a:ext>
                </a:extLst>
              </p:cNvPr>
              <p:cNvCxnSpPr/>
              <p:nvPr/>
            </p:nvCxnSpPr>
            <p:spPr>
              <a:xfrm>
                <a:off x="3559054" y="2964218"/>
                <a:ext cx="1750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0" name="Łącznik prosty ze strzałką 449">
                <a:extLst>
                  <a:ext uri="{FF2B5EF4-FFF2-40B4-BE49-F238E27FC236}">
                    <a16:creationId xmlns:a16="http://schemas.microsoft.com/office/drawing/2014/main" id="{1C0F59F0-B87C-A3CA-8A0B-B21D273203F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859365" y="2964218"/>
                <a:ext cx="1750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1" name="pole tekstowe 450">
              <a:extLst>
                <a:ext uri="{FF2B5EF4-FFF2-40B4-BE49-F238E27FC236}">
                  <a16:creationId xmlns:a16="http://schemas.microsoft.com/office/drawing/2014/main" id="{471CF29D-2170-5E43-86BD-863DEA4F80AA}"/>
                </a:ext>
              </a:extLst>
            </p:cNvPr>
            <p:cNvSpPr txBox="1"/>
            <p:nvPr/>
          </p:nvSpPr>
          <p:spPr>
            <a:xfrm>
              <a:off x="4510346" y="2784698"/>
              <a:ext cx="1947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b="1" dirty="0"/>
                <a:t>Drugi bajt danych</a:t>
              </a:r>
              <a:endParaRPr lang="en-US" b="1" dirty="0"/>
            </a:p>
          </p:txBody>
        </p:sp>
        <p:grpSp>
          <p:nvGrpSpPr>
            <p:cNvPr id="453" name="Grupa 452">
              <a:extLst>
                <a:ext uri="{FF2B5EF4-FFF2-40B4-BE49-F238E27FC236}">
                  <a16:creationId xmlns:a16="http://schemas.microsoft.com/office/drawing/2014/main" id="{7585FE8C-EE9B-EC76-4CE3-3F361A558065}"/>
                </a:ext>
              </a:extLst>
            </p:cNvPr>
            <p:cNvGrpSpPr/>
            <p:nvPr/>
          </p:nvGrpSpPr>
          <p:grpSpPr>
            <a:xfrm>
              <a:off x="7439506" y="2809989"/>
              <a:ext cx="3608814" cy="301241"/>
              <a:chOff x="1891798" y="2811629"/>
              <a:chExt cx="1871031" cy="301241"/>
            </a:xfrm>
          </p:grpSpPr>
          <p:cxnSp>
            <p:nvCxnSpPr>
              <p:cNvPr id="454" name="Łącznik prosty 453">
                <a:extLst>
                  <a:ext uri="{FF2B5EF4-FFF2-40B4-BE49-F238E27FC236}">
                    <a16:creationId xmlns:a16="http://schemas.microsoft.com/office/drawing/2014/main" id="{27055E0A-5059-409C-C1CE-B0266717DF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2829" y="2811629"/>
                <a:ext cx="0" cy="30124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5" name="Łącznik prosty ze strzałką 454">
                <a:extLst>
                  <a:ext uri="{FF2B5EF4-FFF2-40B4-BE49-F238E27FC236}">
                    <a16:creationId xmlns:a16="http://schemas.microsoft.com/office/drawing/2014/main" id="{BB71CA9B-B641-3C10-1963-F5149A1C14F0}"/>
                  </a:ext>
                </a:extLst>
              </p:cNvPr>
              <p:cNvCxnSpPr/>
              <p:nvPr/>
            </p:nvCxnSpPr>
            <p:spPr>
              <a:xfrm>
                <a:off x="3558021" y="2962195"/>
                <a:ext cx="1750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6" name="Łącznik prosty ze strzałką 455">
                <a:extLst>
                  <a:ext uri="{FF2B5EF4-FFF2-40B4-BE49-F238E27FC236}">
                    <a16:creationId xmlns:a16="http://schemas.microsoft.com/office/drawing/2014/main" id="{9182D858-9D9F-8C1C-56BE-75B4C60A4BA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891798" y="2963890"/>
                <a:ext cx="1750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0" name="Łącznik prosty 469">
              <a:extLst>
                <a:ext uri="{FF2B5EF4-FFF2-40B4-BE49-F238E27FC236}">
                  <a16:creationId xmlns:a16="http://schemas.microsoft.com/office/drawing/2014/main" id="{63F99778-C534-00DA-78F1-0D5C0724BF00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938" y="2354018"/>
              <a:ext cx="0" cy="40250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Łącznik prosty 470">
              <a:extLst>
                <a:ext uri="{FF2B5EF4-FFF2-40B4-BE49-F238E27FC236}">
                  <a16:creationId xmlns:a16="http://schemas.microsoft.com/office/drawing/2014/main" id="{D8EB9376-59E2-1F9A-C402-819D0DFCD7EF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507" y="2382481"/>
              <a:ext cx="242961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Łącznik prosty 473">
              <a:extLst>
                <a:ext uri="{FF2B5EF4-FFF2-40B4-BE49-F238E27FC236}">
                  <a16:creationId xmlns:a16="http://schemas.microsoft.com/office/drawing/2014/main" id="{9186D2A9-663F-E31E-C2EA-BD2446163331}"/>
                </a:ext>
              </a:extLst>
            </p:cNvPr>
            <p:cNvCxnSpPr>
              <a:cxnSpLocks/>
            </p:cNvCxnSpPr>
            <p:nvPr/>
          </p:nvCxnSpPr>
          <p:spPr>
            <a:xfrm>
              <a:off x="11048323" y="2354017"/>
              <a:ext cx="0" cy="40250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pole tekstowe 477">
              <a:extLst>
                <a:ext uri="{FF2B5EF4-FFF2-40B4-BE49-F238E27FC236}">
                  <a16:creationId xmlns:a16="http://schemas.microsoft.com/office/drawing/2014/main" id="{83431295-6A83-6122-AF8E-08F0A0AFF898}"/>
                </a:ext>
              </a:extLst>
            </p:cNvPr>
            <p:cNvSpPr txBox="1"/>
            <p:nvPr/>
          </p:nvSpPr>
          <p:spPr>
            <a:xfrm>
              <a:off x="10693936" y="2004655"/>
              <a:ext cx="449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23</a:t>
              </a:r>
              <a:endParaRPr lang="en-US" dirty="0"/>
            </a:p>
          </p:txBody>
        </p:sp>
        <p:sp>
          <p:nvSpPr>
            <p:cNvPr id="479" name="Sześciokąt 478">
              <a:extLst>
                <a:ext uri="{FF2B5EF4-FFF2-40B4-BE49-F238E27FC236}">
                  <a16:creationId xmlns:a16="http://schemas.microsoft.com/office/drawing/2014/main" id="{2FAD466F-AF6A-557C-D155-ED0B35D0FF0C}"/>
                </a:ext>
              </a:extLst>
            </p:cNvPr>
            <p:cNvSpPr/>
            <p:nvPr/>
          </p:nvSpPr>
          <p:spPr>
            <a:xfrm>
              <a:off x="10736376" y="3638135"/>
              <a:ext cx="441097" cy="412331"/>
            </a:xfrm>
            <a:prstGeom prst="hexagon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5" name="pole tekstowe 484">
              <a:extLst>
                <a:ext uri="{FF2B5EF4-FFF2-40B4-BE49-F238E27FC236}">
                  <a16:creationId xmlns:a16="http://schemas.microsoft.com/office/drawing/2014/main" id="{A6B98E5F-AE39-842D-5FFC-E1721A5A800D}"/>
                </a:ext>
              </a:extLst>
            </p:cNvPr>
            <p:cNvSpPr txBox="1"/>
            <p:nvPr/>
          </p:nvSpPr>
          <p:spPr>
            <a:xfrm>
              <a:off x="8301580" y="2784698"/>
              <a:ext cx="2406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b="1" dirty="0"/>
                <a:t>Pierwszy bajt danych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69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a 50">
            <a:extLst>
              <a:ext uri="{FF2B5EF4-FFF2-40B4-BE49-F238E27FC236}">
                <a16:creationId xmlns:a16="http://schemas.microsoft.com/office/drawing/2014/main" id="{6ABEE047-81A6-B6F7-EBBD-CF8CAACBBF69}"/>
              </a:ext>
            </a:extLst>
          </p:cNvPr>
          <p:cNvGrpSpPr/>
          <p:nvPr/>
        </p:nvGrpSpPr>
        <p:grpSpPr>
          <a:xfrm>
            <a:off x="3927418" y="854439"/>
            <a:ext cx="3747548" cy="4901784"/>
            <a:chOff x="3927418" y="854439"/>
            <a:chExt cx="3747548" cy="4901784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B30700F3-E506-85DC-1BC8-5DA29EB78590}"/>
                </a:ext>
              </a:extLst>
            </p:cNvPr>
            <p:cNvSpPr/>
            <p:nvPr/>
          </p:nvSpPr>
          <p:spPr>
            <a:xfrm>
              <a:off x="4601980" y="854439"/>
              <a:ext cx="2398427" cy="49017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rostokąt: zaokrąglone rogi 4">
              <a:extLst>
                <a:ext uri="{FF2B5EF4-FFF2-40B4-BE49-F238E27FC236}">
                  <a16:creationId xmlns:a16="http://schemas.microsoft.com/office/drawing/2014/main" id="{D1FCC42B-9085-E5E8-32D6-4EABD092BAFD}"/>
                </a:ext>
              </a:extLst>
            </p:cNvPr>
            <p:cNvSpPr/>
            <p:nvPr/>
          </p:nvSpPr>
          <p:spPr>
            <a:xfrm>
              <a:off x="3957403" y="989351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A0</a:t>
              </a:r>
              <a:endParaRPr lang="en-US" b="1" dirty="0"/>
            </a:p>
          </p:txBody>
        </p:sp>
        <p:sp>
          <p:nvSpPr>
            <p:cNvPr id="6" name="Prostokąt: zaokrąglone rogi 5">
              <a:extLst>
                <a:ext uri="{FF2B5EF4-FFF2-40B4-BE49-F238E27FC236}">
                  <a16:creationId xmlns:a16="http://schemas.microsoft.com/office/drawing/2014/main" id="{1ED664AF-4FE4-0F4D-8133-2915B0D6E751}"/>
                </a:ext>
              </a:extLst>
            </p:cNvPr>
            <p:cNvSpPr/>
            <p:nvPr/>
          </p:nvSpPr>
          <p:spPr>
            <a:xfrm>
              <a:off x="3957403" y="1588958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A1</a:t>
              </a:r>
              <a:endParaRPr lang="en-US" sz="2400" b="1" dirty="0"/>
            </a:p>
          </p:txBody>
        </p:sp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0CB3BE18-B247-B6F3-53AB-5935C8A5F996}"/>
                </a:ext>
              </a:extLst>
            </p:cNvPr>
            <p:cNvSpPr/>
            <p:nvPr/>
          </p:nvSpPr>
          <p:spPr>
            <a:xfrm>
              <a:off x="3957402" y="218856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A2</a:t>
              </a:r>
              <a:endParaRPr lang="en-US" sz="2400" b="1" dirty="0"/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05530A98-DF95-6B6D-F4C8-68C931C32658}"/>
                </a:ext>
              </a:extLst>
            </p:cNvPr>
            <p:cNvSpPr/>
            <p:nvPr/>
          </p:nvSpPr>
          <p:spPr>
            <a:xfrm>
              <a:off x="3957402" y="276568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P0</a:t>
              </a:r>
              <a:endParaRPr lang="en-US" sz="2400" b="1" dirty="0"/>
            </a:p>
          </p:txBody>
        </p:sp>
        <p:sp>
          <p:nvSpPr>
            <p:cNvPr id="9" name="Prostokąt: zaokrąglone rogi 8">
              <a:extLst>
                <a:ext uri="{FF2B5EF4-FFF2-40B4-BE49-F238E27FC236}">
                  <a16:creationId xmlns:a16="http://schemas.microsoft.com/office/drawing/2014/main" id="{139F0390-AEC0-9378-DDB4-59BE0C4607E3}"/>
                </a:ext>
              </a:extLst>
            </p:cNvPr>
            <p:cNvSpPr/>
            <p:nvPr/>
          </p:nvSpPr>
          <p:spPr>
            <a:xfrm>
              <a:off x="3927421" y="334280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P1</a:t>
              </a:r>
              <a:endParaRPr lang="en-US" sz="2400" b="1" dirty="0"/>
            </a:p>
          </p:txBody>
        </p:sp>
        <p:sp>
          <p:nvSpPr>
            <p:cNvPr id="10" name="Prostokąt: zaokrąglone rogi 9">
              <a:extLst>
                <a:ext uri="{FF2B5EF4-FFF2-40B4-BE49-F238E27FC236}">
                  <a16:creationId xmlns:a16="http://schemas.microsoft.com/office/drawing/2014/main" id="{3B8BEC20-92F9-37EC-3BAD-4AE55333E084}"/>
                </a:ext>
              </a:extLst>
            </p:cNvPr>
            <p:cNvSpPr/>
            <p:nvPr/>
          </p:nvSpPr>
          <p:spPr>
            <a:xfrm>
              <a:off x="3927420" y="391992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P2</a:t>
              </a:r>
              <a:endParaRPr lang="en-US" sz="2400" b="1" dirty="0"/>
            </a:p>
          </p:txBody>
        </p:sp>
        <p:sp>
          <p:nvSpPr>
            <p:cNvPr id="11" name="Prostokąt: zaokrąglone rogi 10">
              <a:extLst>
                <a:ext uri="{FF2B5EF4-FFF2-40B4-BE49-F238E27FC236}">
                  <a16:creationId xmlns:a16="http://schemas.microsoft.com/office/drawing/2014/main" id="{422A15F6-8AE8-8D7B-D290-FCF694888960}"/>
                </a:ext>
              </a:extLst>
            </p:cNvPr>
            <p:cNvSpPr/>
            <p:nvPr/>
          </p:nvSpPr>
          <p:spPr>
            <a:xfrm>
              <a:off x="3927419" y="4512040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P3</a:t>
              </a:r>
              <a:endParaRPr lang="en-US" sz="2400" b="1" dirty="0"/>
            </a:p>
          </p:txBody>
        </p:sp>
        <p:sp>
          <p:nvSpPr>
            <p:cNvPr id="12" name="Prostokąt: zaokrąglone rogi 11">
              <a:extLst>
                <a:ext uri="{FF2B5EF4-FFF2-40B4-BE49-F238E27FC236}">
                  <a16:creationId xmlns:a16="http://schemas.microsoft.com/office/drawing/2014/main" id="{21937925-26BE-8304-AB58-D5A21CD4B635}"/>
                </a:ext>
              </a:extLst>
            </p:cNvPr>
            <p:cNvSpPr/>
            <p:nvPr/>
          </p:nvSpPr>
          <p:spPr>
            <a:xfrm>
              <a:off x="3927418" y="5096652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GND</a:t>
              </a:r>
              <a:endParaRPr lang="en-US" sz="2400" b="1" dirty="0"/>
            </a:p>
          </p:txBody>
        </p:sp>
        <p:sp>
          <p:nvSpPr>
            <p:cNvPr id="13" name="Prostokąt: zaokrąglone rogi 12">
              <a:extLst>
                <a:ext uri="{FF2B5EF4-FFF2-40B4-BE49-F238E27FC236}">
                  <a16:creationId xmlns:a16="http://schemas.microsoft.com/office/drawing/2014/main" id="{2A5F1DB6-3910-3970-BEDC-DFE8E5955C37}"/>
                </a:ext>
              </a:extLst>
            </p:cNvPr>
            <p:cNvSpPr/>
            <p:nvPr/>
          </p:nvSpPr>
          <p:spPr>
            <a:xfrm>
              <a:off x="6730585" y="989351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VCC</a:t>
              </a:r>
              <a:endParaRPr lang="en-US" sz="2400" b="1" dirty="0"/>
            </a:p>
          </p:txBody>
        </p:sp>
        <p:sp>
          <p:nvSpPr>
            <p:cNvPr id="14" name="Prostokąt: zaokrąglone rogi 13">
              <a:extLst>
                <a:ext uri="{FF2B5EF4-FFF2-40B4-BE49-F238E27FC236}">
                  <a16:creationId xmlns:a16="http://schemas.microsoft.com/office/drawing/2014/main" id="{987C8523-0E24-B1A5-BAF6-2370C8F96B46}"/>
                </a:ext>
              </a:extLst>
            </p:cNvPr>
            <p:cNvSpPr/>
            <p:nvPr/>
          </p:nvSpPr>
          <p:spPr>
            <a:xfrm>
              <a:off x="6730585" y="1588958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SDA</a:t>
              </a:r>
              <a:endParaRPr lang="en-US" sz="2400" b="1" dirty="0"/>
            </a:p>
          </p:txBody>
        </p:sp>
        <p:sp>
          <p:nvSpPr>
            <p:cNvPr id="15" name="Prostokąt: zaokrąglone rogi 14">
              <a:extLst>
                <a:ext uri="{FF2B5EF4-FFF2-40B4-BE49-F238E27FC236}">
                  <a16:creationId xmlns:a16="http://schemas.microsoft.com/office/drawing/2014/main" id="{2492D805-8B7E-9597-7598-70053F8D103D}"/>
                </a:ext>
              </a:extLst>
            </p:cNvPr>
            <p:cNvSpPr/>
            <p:nvPr/>
          </p:nvSpPr>
          <p:spPr>
            <a:xfrm>
              <a:off x="6730584" y="218856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SCL</a:t>
              </a:r>
              <a:endParaRPr lang="en-US" sz="2400" b="1" dirty="0"/>
            </a:p>
          </p:txBody>
        </p:sp>
        <p:sp>
          <p:nvSpPr>
            <p:cNvPr id="16" name="Prostokąt: zaokrąglone rogi 15">
              <a:extLst>
                <a:ext uri="{FF2B5EF4-FFF2-40B4-BE49-F238E27FC236}">
                  <a16:creationId xmlns:a16="http://schemas.microsoft.com/office/drawing/2014/main" id="{39DCB9E3-FB08-1666-B81C-A10A1E69051F}"/>
                </a:ext>
              </a:extLst>
            </p:cNvPr>
            <p:cNvSpPr/>
            <p:nvPr/>
          </p:nvSpPr>
          <p:spPr>
            <a:xfrm>
              <a:off x="6730584" y="276568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INT</a:t>
              </a:r>
              <a:endParaRPr lang="en-US" sz="2400" b="1" dirty="0"/>
            </a:p>
          </p:txBody>
        </p:sp>
        <p:sp>
          <p:nvSpPr>
            <p:cNvPr id="17" name="Prostokąt: zaokrąglone rogi 16">
              <a:extLst>
                <a:ext uri="{FF2B5EF4-FFF2-40B4-BE49-F238E27FC236}">
                  <a16:creationId xmlns:a16="http://schemas.microsoft.com/office/drawing/2014/main" id="{CC501A57-CB87-B35B-05B6-CDDD6FAFFE15}"/>
                </a:ext>
              </a:extLst>
            </p:cNvPr>
            <p:cNvSpPr/>
            <p:nvPr/>
          </p:nvSpPr>
          <p:spPr>
            <a:xfrm>
              <a:off x="6700603" y="334280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P7</a:t>
              </a:r>
              <a:endParaRPr lang="en-US" sz="2400" b="1" dirty="0"/>
            </a:p>
          </p:txBody>
        </p:sp>
        <p:sp>
          <p:nvSpPr>
            <p:cNvPr id="18" name="Prostokąt: zaokrąglone rogi 17">
              <a:extLst>
                <a:ext uri="{FF2B5EF4-FFF2-40B4-BE49-F238E27FC236}">
                  <a16:creationId xmlns:a16="http://schemas.microsoft.com/office/drawing/2014/main" id="{0A483A7D-BFDE-D860-8180-6E0C8CB87306}"/>
                </a:ext>
              </a:extLst>
            </p:cNvPr>
            <p:cNvSpPr/>
            <p:nvPr/>
          </p:nvSpPr>
          <p:spPr>
            <a:xfrm>
              <a:off x="6700602" y="3919925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P6</a:t>
              </a:r>
              <a:endParaRPr lang="en-US" sz="2400" b="1" dirty="0"/>
            </a:p>
          </p:txBody>
        </p:sp>
        <p:sp>
          <p:nvSpPr>
            <p:cNvPr id="19" name="Prostokąt: zaokrąglone rogi 18">
              <a:extLst>
                <a:ext uri="{FF2B5EF4-FFF2-40B4-BE49-F238E27FC236}">
                  <a16:creationId xmlns:a16="http://schemas.microsoft.com/office/drawing/2014/main" id="{BA797679-8E01-81A7-3711-6D7C32D31F9D}"/>
                </a:ext>
              </a:extLst>
            </p:cNvPr>
            <p:cNvSpPr/>
            <p:nvPr/>
          </p:nvSpPr>
          <p:spPr>
            <a:xfrm>
              <a:off x="6700601" y="4512040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P5</a:t>
              </a:r>
              <a:endParaRPr lang="en-US" sz="2400" b="1" dirty="0"/>
            </a:p>
          </p:txBody>
        </p:sp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60F0EB27-02D2-707C-D10C-1C7BA230FA52}"/>
                </a:ext>
              </a:extLst>
            </p:cNvPr>
            <p:cNvSpPr/>
            <p:nvPr/>
          </p:nvSpPr>
          <p:spPr>
            <a:xfrm>
              <a:off x="6700600" y="5096652"/>
              <a:ext cx="944381" cy="46469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2400" b="1" dirty="0"/>
                <a:t>P4</a:t>
              </a:r>
              <a:endParaRPr lang="en-US" sz="2400" b="1" dirty="0"/>
            </a:p>
          </p:txBody>
        </p: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00451C36-EBF8-B0AF-47BB-169A06491565}"/>
                </a:ext>
              </a:extLst>
            </p:cNvPr>
            <p:cNvCxnSpPr>
              <a:cxnSpLocks/>
            </p:cNvCxnSpPr>
            <p:nvPr/>
          </p:nvCxnSpPr>
          <p:spPr>
            <a:xfrm>
              <a:off x="7000407" y="2851150"/>
              <a:ext cx="435443" cy="0"/>
            </a:xfrm>
            <a:prstGeom prst="line">
              <a:avLst/>
            </a:prstGeom>
            <a:ln w="34925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pole tekstowe 28">
              <a:extLst>
                <a:ext uri="{FF2B5EF4-FFF2-40B4-BE49-F238E27FC236}">
                  <a16:creationId xmlns:a16="http://schemas.microsoft.com/office/drawing/2014/main" id="{C18A8B11-BDAF-4282-29B8-4A1B356D179E}"/>
                </a:ext>
              </a:extLst>
            </p:cNvPr>
            <p:cNvSpPr txBox="1"/>
            <p:nvPr/>
          </p:nvSpPr>
          <p:spPr>
            <a:xfrm>
              <a:off x="4897153" y="1037032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</a:t>
              </a:r>
              <a:endParaRPr lang="en-US" dirty="0"/>
            </a:p>
          </p:txBody>
        </p:sp>
        <p:sp>
          <p:nvSpPr>
            <p:cNvPr id="30" name="pole tekstowe 29">
              <a:extLst>
                <a:ext uri="{FF2B5EF4-FFF2-40B4-BE49-F238E27FC236}">
                  <a16:creationId xmlns:a16="http://schemas.microsoft.com/office/drawing/2014/main" id="{85BBE305-D4C2-30C3-74BC-EB6E29511D7A}"/>
                </a:ext>
              </a:extLst>
            </p:cNvPr>
            <p:cNvSpPr txBox="1"/>
            <p:nvPr/>
          </p:nvSpPr>
          <p:spPr>
            <a:xfrm>
              <a:off x="4897755" y="1609706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</a:t>
              </a:r>
              <a:endParaRPr lang="en-US" dirty="0"/>
            </a:p>
          </p:txBody>
        </p:sp>
        <p:sp>
          <p:nvSpPr>
            <p:cNvPr id="31" name="pole tekstowe 30">
              <a:extLst>
                <a:ext uri="{FF2B5EF4-FFF2-40B4-BE49-F238E27FC236}">
                  <a16:creationId xmlns:a16="http://schemas.microsoft.com/office/drawing/2014/main" id="{893087FE-72BE-3591-3000-C94A35683960}"/>
                </a:ext>
              </a:extLst>
            </p:cNvPr>
            <p:cNvSpPr txBox="1"/>
            <p:nvPr/>
          </p:nvSpPr>
          <p:spPr>
            <a:xfrm>
              <a:off x="4897152" y="2236246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3</a:t>
              </a:r>
              <a:endParaRPr lang="en-US" dirty="0"/>
            </a:p>
          </p:txBody>
        </p:sp>
        <p:sp>
          <p:nvSpPr>
            <p:cNvPr id="32" name="pole tekstowe 31">
              <a:extLst>
                <a:ext uri="{FF2B5EF4-FFF2-40B4-BE49-F238E27FC236}">
                  <a16:creationId xmlns:a16="http://schemas.microsoft.com/office/drawing/2014/main" id="{E1691073-299D-3AD3-33A2-92C379E3783C}"/>
                </a:ext>
              </a:extLst>
            </p:cNvPr>
            <p:cNvSpPr txBox="1"/>
            <p:nvPr/>
          </p:nvSpPr>
          <p:spPr>
            <a:xfrm>
              <a:off x="4906676" y="2824102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4</a:t>
              </a:r>
              <a:endParaRPr lang="en-US" dirty="0"/>
            </a:p>
          </p:txBody>
        </p:sp>
        <p:sp>
          <p:nvSpPr>
            <p:cNvPr id="33" name="pole tekstowe 32">
              <a:extLst>
                <a:ext uri="{FF2B5EF4-FFF2-40B4-BE49-F238E27FC236}">
                  <a16:creationId xmlns:a16="http://schemas.microsoft.com/office/drawing/2014/main" id="{40E6BF14-0096-03A9-1BD6-FCD4D9D9150E}"/>
                </a:ext>
              </a:extLst>
            </p:cNvPr>
            <p:cNvSpPr txBox="1"/>
            <p:nvPr/>
          </p:nvSpPr>
          <p:spPr>
            <a:xfrm>
              <a:off x="4906676" y="3390486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5</a:t>
              </a:r>
              <a:endParaRPr lang="en-US" dirty="0"/>
            </a:p>
          </p:txBody>
        </p:sp>
        <p:sp>
          <p:nvSpPr>
            <p:cNvPr id="34" name="pole tekstowe 33">
              <a:extLst>
                <a:ext uri="{FF2B5EF4-FFF2-40B4-BE49-F238E27FC236}">
                  <a16:creationId xmlns:a16="http://schemas.microsoft.com/office/drawing/2014/main" id="{0C8F6EA5-3291-ECAA-82D7-5CF38472EEF5}"/>
                </a:ext>
              </a:extLst>
            </p:cNvPr>
            <p:cNvSpPr txBox="1"/>
            <p:nvPr/>
          </p:nvSpPr>
          <p:spPr>
            <a:xfrm>
              <a:off x="4897152" y="3973228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6</a:t>
              </a:r>
              <a:endParaRPr lang="en-US" dirty="0"/>
            </a:p>
          </p:txBody>
        </p:sp>
        <p:sp>
          <p:nvSpPr>
            <p:cNvPr id="35" name="pole tekstowe 34">
              <a:extLst>
                <a:ext uri="{FF2B5EF4-FFF2-40B4-BE49-F238E27FC236}">
                  <a16:creationId xmlns:a16="http://schemas.microsoft.com/office/drawing/2014/main" id="{E013C373-F097-00E4-258C-1356DD7D33E2}"/>
                </a:ext>
              </a:extLst>
            </p:cNvPr>
            <p:cNvSpPr txBox="1"/>
            <p:nvPr/>
          </p:nvSpPr>
          <p:spPr>
            <a:xfrm>
              <a:off x="4897152" y="455597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7</a:t>
              </a:r>
              <a:endParaRPr lang="en-US" dirty="0"/>
            </a:p>
          </p:txBody>
        </p:sp>
        <p:sp>
          <p:nvSpPr>
            <p:cNvPr id="36" name="pole tekstowe 35">
              <a:extLst>
                <a:ext uri="{FF2B5EF4-FFF2-40B4-BE49-F238E27FC236}">
                  <a16:creationId xmlns:a16="http://schemas.microsoft.com/office/drawing/2014/main" id="{8820E7B4-A3CA-8C59-B48A-E0F16B3B66C8}"/>
                </a:ext>
              </a:extLst>
            </p:cNvPr>
            <p:cNvSpPr txBox="1"/>
            <p:nvPr/>
          </p:nvSpPr>
          <p:spPr>
            <a:xfrm>
              <a:off x="4897152" y="5141625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8</a:t>
              </a:r>
              <a:endParaRPr lang="en-US" dirty="0"/>
            </a:p>
          </p:txBody>
        </p:sp>
        <p:sp>
          <p:nvSpPr>
            <p:cNvPr id="37" name="pole tekstowe 36">
              <a:extLst>
                <a:ext uri="{FF2B5EF4-FFF2-40B4-BE49-F238E27FC236}">
                  <a16:creationId xmlns:a16="http://schemas.microsoft.com/office/drawing/2014/main" id="{E4713049-4D87-110E-FD8B-D7D1D26E37D6}"/>
                </a:ext>
              </a:extLst>
            </p:cNvPr>
            <p:cNvSpPr txBox="1"/>
            <p:nvPr/>
          </p:nvSpPr>
          <p:spPr>
            <a:xfrm>
              <a:off x="6405438" y="5141625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9</a:t>
              </a:r>
              <a:endParaRPr lang="en-US" dirty="0"/>
            </a:p>
          </p:txBody>
        </p:sp>
        <p:sp>
          <p:nvSpPr>
            <p:cNvPr id="38" name="pole tekstowe 37">
              <a:extLst>
                <a:ext uri="{FF2B5EF4-FFF2-40B4-BE49-F238E27FC236}">
                  <a16:creationId xmlns:a16="http://schemas.microsoft.com/office/drawing/2014/main" id="{31E01E12-316A-BEC3-C55B-41C5BE6D18A3}"/>
                </a:ext>
              </a:extLst>
            </p:cNvPr>
            <p:cNvSpPr txBox="1"/>
            <p:nvPr/>
          </p:nvSpPr>
          <p:spPr>
            <a:xfrm>
              <a:off x="6313944" y="4563476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10</a:t>
              </a:r>
              <a:endParaRPr lang="en-US" dirty="0"/>
            </a:p>
          </p:txBody>
        </p:sp>
        <p:sp>
          <p:nvSpPr>
            <p:cNvPr id="41" name="pole tekstowe 40">
              <a:extLst>
                <a:ext uri="{FF2B5EF4-FFF2-40B4-BE49-F238E27FC236}">
                  <a16:creationId xmlns:a16="http://schemas.microsoft.com/office/drawing/2014/main" id="{ACE1052A-3BB0-BB99-6175-4B8127281C99}"/>
                </a:ext>
              </a:extLst>
            </p:cNvPr>
            <p:cNvSpPr txBox="1"/>
            <p:nvPr/>
          </p:nvSpPr>
          <p:spPr>
            <a:xfrm>
              <a:off x="6313944" y="3963354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11</a:t>
              </a:r>
              <a:endParaRPr lang="en-US" dirty="0"/>
            </a:p>
          </p:txBody>
        </p:sp>
        <p:sp>
          <p:nvSpPr>
            <p:cNvPr id="42" name="pole tekstowe 41">
              <a:extLst>
                <a:ext uri="{FF2B5EF4-FFF2-40B4-BE49-F238E27FC236}">
                  <a16:creationId xmlns:a16="http://schemas.microsoft.com/office/drawing/2014/main" id="{A49078A7-46B6-25BD-075B-1956DC7185BC}"/>
                </a:ext>
              </a:extLst>
            </p:cNvPr>
            <p:cNvSpPr txBox="1"/>
            <p:nvPr/>
          </p:nvSpPr>
          <p:spPr>
            <a:xfrm>
              <a:off x="6317989" y="3394739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12</a:t>
              </a:r>
              <a:endParaRPr lang="en-US" dirty="0"/>
            </a:p>
          </p:txBody>
        </p:sp>
        <p:sp>
          <p:nvSpPr>
            <p:cNvPr id="43" name="pole tekstowe 42">
              <a:extLst>
                <a:ext uri="{FF2B5EF4-FFF2-40B4-BE49-F238E27FC236}">
                  <a16:creationId xmlns:a16="http://schemas.microsoft.com/office/drawing/2014/main" id="{8E18A920-EECA-07E7-F954-0AA1E1F3D85A}"/>
                </a:ext>
              </a:extLst>
            </p:cNvPr>
            <p:cNvSpPr txBox="1"/>
            <p:nvPr/>
          </p:nvSpPr>
          <p:spPr>
            <a:xfrm>
              <a:off x="6317990" y="2813520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13</a:t>
              </a:r>
              <a:endParaRPr lang="en-US" dirty="0"/>
            </a:p>
          </p:txBody>
        </p:sp>
        <p:sp>
          <p:nvSpPr>
            <p:cNvPr id="45" name="pole tekstowe 44">
              <a:extLst>
                <a:ext uri="{FF2B5EF4-FFF2-40B4-BE49-F238E27FC236}">
                  <a16:creationId xmlns:a16="http://schemas.microsoft.com/office/drawing/2014/main" id="{B6C5B00F-6E18-B232-8169-7C6BC00FDCCB}"/>
                </a:ext>
              </a:extLst>
            </p:cNvPr>
            <p:cNvSpPr txBox="1"/>
            <p:nvPr/>
          </p:nvSpPr>
          <p:spPr>
            <a:xfrm>
              <a:off x="6313943" y="2241368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14</a:t>
              </a:r>
              <a:endParaRPr lang="en-US" dirty="0"/>
            </a:p>
          </p:txBody>
        </p:sp>
        <p:sp>
          <p:nvSpPr>
            <p:cNvPr id="46" name="pole tekstowe 45">
              <a:extLst>
                <a:ext uri="{FF2B5EF4-FFF2-40B4-BE49-F238E27FC236}">
                  <a16:creationId xmlns:a16="http://schemas.microsoft.com/office/drawing/2014/main" id="{D6563B01-0A02-7555-25B5-B6B03EFF68AE}"/>
                </a:ext>
              </a:extLst>
            </p:cNvPr>
            <p:cNvSpPr txBox="1"/>
            <p:nvPr/>
          </p:nvSpPr>
          <p:spPr>
            <a:xfrm>
              <a:off x="6313942" y="1631237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15</a:t>
              </a:r>
              <a:endParaRPr lang="en-US" dirty="0"/>
            </a:p>
          </p:txBody>
        </p:sp>
        <p:sp>
          <p:nvSpPr>
            <p:cNvPr id="48" name="pole tekstowe 47">
              <a:extLst>
                <a:ext uri="{FF2B5EF4-FFF2-40B4-BE49-F238E27FC236}">
                  <a16:creationId xmlns:a16="http://schemas.microsoft.com/office/drawing/2014/main" id="{054D96E1-09DC-C9A6-91C8-492EBF434DF2}"/>
                </a:ext>
              </a:extLst>
            </p:cNvPr>
            <p:cNvSpPr txBox="1"/>
            <p:nvPr/>
          </p:nvSpPr>
          <p:spPr>
            <a:xfrm>
              <a:off x="6313941" y="1044908"/>
              <a:ext cx="61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16</a:t>
              </a:r>
              <a:endParaRPr lang="en-US" dirty="0"/>
            </a:p>
          </p:txBody>
        </p:sp>
        <p:sp>
          <p:nvSpPr>
            <p:cNvPr id="50" name="pole tekstowe 49">
              <a:extLst>
                <a:ext uri="{FF2B5EF4-FFF2-40B4-BE49-F238E27FC236}">
                  <a16:creationId xmlns:a16="http://schemas.microsoft.com/office/drawing/2014/main" id="{0A78C494-8EC3-939D-0F82-902A5A8C9C95}"/>
                </a:ext>
              </a:extLst>
            </p:cNvPr>
            <p:cNvSpPr txBox="1"/>
            <p:nvPr/>
          </p:nvSpPr>
          <p:spPr>
            <a:xfrm rot="16200000">
              <a:off x="4757459" y="3036543"/>
              <a:ext cx="20874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4000" b="1" dirty="0"/>
                <a:t>PCF8574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5684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AEE5-B1A9-02C9-255A-26750797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B25C7797-CE15-1D5E-2560-A7C6B77FB528}"/>
              </a:ext>
            </a:extLst>
          </p:cNvPr>
          <p:cNvGrpSpPr/>
          <p:nvPr/>
        </p:nvGrpSpPr>
        <p:grpSpPr>
          <a:xfrm>
            <a:off x="1204687" y="1233713"/>
            <a:ext cx="9158514" cy="3567169"/>
            <a:chOff x="1204687" y="1233713"/>
            <a:chExt cx="9158514" cy="3567169"/>
          </a:xfrm>
        </p:grpSpPr>
        <p:grpSp>
          <p:nvGrpSpPr>
            <p:cNvPr id="123" name="Grupa 122">
              <a:extLst>
                <a:ext uri="{FF2B5EF4-FFF2-40B4-BE49-F238E27FC236}">
                  <a16:creationId xmlns:a16="http://schemas.microsoft.com/office/drawing/2014/main" id="{4D92771C-C243-ADDA-EBC2-72B5A5FBEDAB}"/>
                </a:ext>
              </a:extLst>
            </p:cNvPr>
            <p:cNvGrpSpPr/>
            <p:nvPr/>
          </p:nvGrpSpPr>
          <p:grpSpPr>
            <a:xfrm>
              <a:off x="1204687" y="1233713"/>
              <a:ext cx="9158514" cy="3567169"/>
              <a:chOff x="1204687" y="1233713"/>
              <a:chExt cx="9158514" cy="3567169"/>
            </a:xfrm>
          </p:grpSpPr>
          <p:sp>
            <p:nvSpPr>
              <p:cNvPr id="26" name="Prostokąt 25">
                <a:extLst>
                  <a:ext uri="{FF2B5EF4-FFF2-40B4-BE49-F238E27FC236}">
                    <a16:creationId xmlns:a16="http://schemas.microsoft.com/office/drawing/2014/main" id="{49D6442B-1D48-B435-50FA-9013F2447E07}"/>
                  </a:ext>
                </a:extLst>
              </p:cNvPr>
              <p:cNvSpPr/>
              <p:nvPr/>
            </p:nvSpPr>
            <p:spPr>
              <a:xfrm rot="16200000">
                <a:off x="4584730" y="-1462614"/>
                <a:ext cx="2398427" cy="915851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9" name="Grupa 58">
                <a:extLst>
                  <a:ext uri="{FF2B5EF4-FFF2-40B4-BE49-F238E27FC236}">
                    <a16:creationId xmlns:a16="http://schemas.microsoft.com/office/drawing/2014/main" id="{D686D7F3-FC9B-ACBA-23FA-969A5B486E58}"/>
                  </a:ext>
                </a:extLst>
              </p:cNvPr>
              <p:cNvGrpSpPr/>
              <p:nvPr/>
            </p:nvGrpSpPr>
            <p:grpSpPr>
              <a:xfrm>
                <a:off x="1395989" y="3843658"/>
                <a:ext cx="8757111" cy="957224"/>
                <a:chOff x="1395989" y="3843658"/>
                <a:chExt cx="8757111" cy="957224"/>
              </a:xfrm>
            </p:grpSpPr>
            <p:sp>
              <p:nvSpPr>
                <p:cNvPr id="27" name="Prostokąt: zaokrąglone rogi 26">
                  <a:extLst>
                    <a:ext uri="{FF2B5EF4-FFF2-40B4-BE49-F238E27FC236}">
                      <a16:creationId xmlns:a16="http://schemas.microsoft.com/office/drawing/2014/main" id="{E945E419-BDC4-D0A7-52BE-AC2FB7717B75}"/>
                    </a:ext>
                  </a:extLst>
                </p:cNvPr>
                <p:cNvSpPr/>
                <p:nvPr/>
              </p:nvSpPr>
              <p:spPr>
                <a:xfrm rot="16200000">
                  <a:off x="1156146" y="4083509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GPB0</a:t>
                  </a:r>
                  <a:endParaRPr lang="en-US" b="1" dirty="0"/>
                </a:p>
              </p:txBody>
            </p:sp>
            <p:sp>
              <p:nvSpPr>
                <p:cNvPr id="28" name="Prostokąt: zaokrąglone rogi 27">
                  <a:extLst>
                    <a:ext uri="{FF2B5EF4-FFF2-40B4-BE49-F238E27FC236}">
                      <a16:creationId xmlns:a16="http://schemas.microsoft.com/office/drawing/2014/main" id="{4204FFCD-7CEC-9DF6-E041-906C74C4A729}"/>
                    </a:ext>
                  </a:extLst>
                </p:cNvPr>
                <p:cNvSpPr/>
                <p:nvPr/>
              </p:nvSpPr>
              <p:spPr>
                <a:xfrm rot="16200000">
                  <a:off x="1785971" y="4083509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GBP1</a:t>
                  </a:r>
                  <a:endParaRPr lang="en-US" b="1" dirty="0"/>
                </a:p>
              </p:txBody>
            </p:sp>
            <p:sp>
              <p:nvSpPr>
                <p:cNvPr id="39" name="Prostokąt: zaokrąglone rogi 38">
                  <a:extLst>
                    <a:ext uri="{FF2B5EF4-FFF2-40B4-BE49-F238E27FC236}">
                      <a16:creationId xmlns:a16="http://schemas.microsoft.com/office/drawing/2014/main" id="{B194EE87-2323-846B-691D-CBE4A1AAD125}"/>
                    </a:ext>
                  </a:extLst>
                </p:cNvPr>
                <p:cNvSpPr/>
                <p:nvPr/>
              </p:nvSpPr>
              <p:spPr>
                <a:xfrm rot="16200000">
                  <a:off x="2415795" y="4083508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GPB2</a:t>
                  </a:r>
                  <a:endParaRPr lang="en-US" b="1" dirty="0"/>
                </a:p>
              </p:txBody>
            </p:sp>
            <p:sp>
              <p:nvSpPr>
                <p:cNvPr id="40" name="Prostokąt: zaokrąglone rogi 39">
                  <a:extLst>
                    <a:ext uri="{FF2B5EF4-FFF2-40B4-BE49-F238E27FC236}">
                      <a16:creationId xmlns:a16="http://schemas.microsoft.com/office/drawing/2014/main" id="{683F3425-41C1-9E4F-BE21-74AE370B4207}"/>
                    </a:ext>
                  </a:extLst>
                </p:cNvPr>
                <p:cNvSpPr/>
                <p:nvPr/>
              </p:nvSpPr>
              <p:spPr>
                <a:xfrm rot="16200000">
                  <a:off x="3045620" y="4083507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GPB3</a:t>
                  </a:r>
                  <a:endParaRPr lang="en-US" sz="2400" b="1" dirty="0"/>
                </a:p>
              </p:txBody>
            </p:sp>
            <p:sp>
              <p:nvSpPr>
                <p:cNvPr id="44" name="Prostokąt: zaokrąglone rogi 43">
                  <a:extLst>
                    <a:ext uri="{FF2B5EF4-FFF2-40B4-BE49-F238E27FC236}">
                      <a16:creationId xmlns:a16="http://schemas.microsoft.com/office/drawing/2014/main" id="{E6606438-2F8B-8C21-8043-A21B33DD4746}"/>
                    </a:ext>
                  </a:extLst>
                </p:cNvPr>
                <p:cNvSpPr/>
                <p:nvPr/>
              </p:nvSpPr>
              <p:spPr>
                <a:xfrm rot="16200000">
                  <a:off x="3675444" y="4083506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GPB4</a:t>
                  </a:r>
                  <a:endParaRPr lang="en-US" sz="2400" b="1" dirty="0"/>
                </a:p>
              </p:txBody>
            </p:sp>
            <p:sp>
              <p:nvSpPr>
                <p:cNvPr id="47" name="Prostokąt: zaokrąglone rogi 46">
                  <a:extLst>
                    <a:ext uri="{FF2B5EF4-FFF2-40B4-BE49-F238E27FC236}">
                      <a16:creationId xmlns:a16="http://schemas.microsoft.com/office/drawing/2014/main" id="{0B6BFCFD-7179-E03F-09F5-DE89A7039428}"/>
                    </a:ext>
                  </a:extLst>
                </p:cNvPr>
                <p:cNvSpPr/>
                <p:nvPr/>
              </p:nvSpPr>
              <p:spPr>
                <a:xfrm rot="16200000">
                  <a:off x="4305268" y="4083505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GPB5</a:t>
                  </a:r>
                  <a:endParaRPr lang="en-US" sz="2400" b="1" dirty="0"/>
                </a:p>
              </p:txBody>
            </p:sp>
            <p:sp>
              <p:nvSpPr>
                <p:cNvPr id="49" name="Prostokąt: zaokrąglone rogi 48">
                  <a:extLst>
                    <a:ext uri="{FF2B5EF4-FFF2-40B4-BE49-F238E27FC236}">
                      <a16:creationId xmlns:a16="http://schemas.microsoft.com/office/drawing/2014/main" id="{0AD55B09-696B-B20A-D6F6-1A6028493BB8}"/>
                    </a:ext>
                  </a:extLst>
                </p:cNvPr>
                <p:cNvSpPr/>
                <p:nvPr/>
              </p:nvSpPr>
              <p:spPr>
                <a:xfrm rot="16200000">
                  <a:off x="4935092" y="4083504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GPB6</a:t>
                  </a:r>
                  <a:endParaRPr lang="en-US" sz="2400" b="1" dirty="0"/>
                </a:p>
              </p:txBody>
            </p:sp>
            <p:sp>
              <p:nvSpPr>
                <p:cNvPr id="52" name="Prostokąt: zaokrąglone rogi 51">
                  <a:extLst>
                    <a:ext uri="{FF2B5EF4-FFF2-40B4-BE49-F238E27FC236}">
                      <a16:creationId xmlns:a16="http://schemas.microsoft.com/office/drawing/2014/main" id="{0FFA931B-E307-982F-FEF0-8C799688EFB8}"/>
                    </a:ext>
                  </a:extLst>
                </p:cNvPr>
                <p:cNvSpPr/>
                <p:nvPr/>
              </p:nvSpPr>
              <p:spPr>
                <a:xfrm rot="16200000">
                  <a:off x="5564916" y="4083503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GPB7</a:t>
                  </a:r>
                  <a:endParaRPr lang="en-US" sz="2400" b="1" dirty="0"/>
                </a:p>
              </p:txBody>
            </p:sp>
            <p:sp>
              <p:nvSpPr>
                <p:cNvPr id="53" name="Prostokąt: zaokrąglone rogi 52">
                  <a:extLst>
                    <a:ext uri="{FF2B5EF4-FFF2-40B4-BE49-F238E27FC236}">
                      <a16:creationId xmlns:a16="http://schemas.microsoft.com/office/drawing/2014/main" id="{73F67880-769C-C92D-51C2-A18C5D066074}"/>
                    </a:ext>
                  </a:extLst>
                </p:cNvPr>
                <p:cNvSpPr/>
                <p:nvPr/>
              </p:nvSpPr>
              <p:spPr>
                <a:xfrm rot="16200000">
                  <a:off x="6220915" y="4083503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VDD</a:t>
                  </a:r>
                  <a:endParaRPr lang="en-US" b="1" dirty="0"/>
                </a:p>
              </p:txBody>
            </p:sp>
            <p:sp>
              <p:nvSpPr>
                <p:cNvPr id="54" name="Prostokąt: zaokrąglone rogi 53">
                  <a:extLst>
                    <a:ext uri="{FF2B5EF4-FFF2-40B4-BE49-F238E27FC236}">
                      <a16:creationId xmlns:a16="http://schemas.microsoft.com/office/drawing/2014/main" id="{5C0EE056-1D85-38A2-6617-6CBD0F2E1788}"/>
                    </a:ext>
                  </a:extLst>
                </p:cNvPr>
                <p:cNvSpPr/>
                <p:nvPr/>
              </p:nvSpPr>
              <p:spPr>
                <a:xfrm rot="16200000">
                  <a:off x="6850740" y="4096344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VSS</a:t>
                  </a:r>
                  <a:endParaRPr lang="en-US" b="1" dirty="0"/>
                </a:p>
              </p:txBody>
            </p:sp>
            <p:sp>
              <p:nvSpPr>
                <p:cNvPr id="55" name="Prostokąt: zaokrąglone rogi 54">
                  <a:extLst>
                    <a:ext uri="{FF2B5EF4-FFF2-40B4-BE49-F238E27FC236}">
                      <a16:creationId xmlns:a16="http://schemas.microsoft.com/office/drawing/2014/main" id="{C4940DA1-47D1-904F-8AE8-36E2DCE762A6}"/>
                    </a:ext>
                  </a:extLst>
                </p:cNvPr>
                <p:cNvSpPr/>
                <p:nvPr/>
              </p:nvSpPr>
              <p:spPr>
                <a:xfrm rot="16200000">
                  <a:off x="7506739" y="4083502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CS</a:t>
                  </a:r>
                  <a:endParaRPr lang="en-US" b="1" dirty="0"/>
                </a:p>
              </p:txBody>
            </p:sp>
            <p:sp>
              <p:nvSpPr>
                <p:cNvPr id="56" name="Prostokąt: zaokrąglone rogi 55">
                  <a:extLst>
                    <a:ext uri="{FF2B5EF4-FFF2-40B4-BE49-F238E27FC236}">
                      <a16:creationId xmlns:a16="http://schemas.microsoft.com/office/drawing/2014/main" id="{9B6835AB-8DB3-6D29-A21C-7D98CDFDC4A4}"/>
                    </a:ext>
                  </a:extLst>
                </p:cNvPr>
                <p:cNvSpPr/>
                <p:nvPr/>
              </p:nvSpPr>
              <p:spPr>
                <a:xfrm rot="16200000">
                  <a:off x="8162739" y="4083501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SCK</a:t>
                  </a:r>
                  <a:endParaRPr lang="en-US" b="1" dirty="0"/>
                </a:p>
              </p:txBody>
            </p:sp>
            <p:sp>
              <p:nvSpPr>
                <p:cNvPr id="57" name="Prostokąt: zaokrąglone rogi 56">
                  <a:extLst>
                    <a:ext uri="{FF2B5EF4-FFF2-40B4-BE49-F238E27FC236}">
                      <a16:creationId xmlns:a16="http://schemas.microsoft.com/office/drawing/2014/main" id="{18CC776C-C10C-1BEF-4A78-4CAB3123D484}"/>
                    </a:ext>
                  </a:extLst>
                </p:cNvPr>
                <p:cNvSpPr/>
                <p:nvPr/>
              </p:nvSpPr>
              <p:spPr>
                <a:xfrm rot="16200000">
                  <a:off x="8792563" y="4096343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SI</a:t>
                  </a:r>
                  <a:endParaRPr lang="en-US" b="1" dirty="0"/>
                </a:p>
              </p:txBody>
            </p:sp>
            <p:sp>
              <p:nvSpPr>
                <p:cNvPr id="58" name="Prostokąt: zaokrąglone rogi 57">
                  <a:extLst>
                    <a:ext uri="{FF2B5EF4-FFF2-40B4-BE49-F238E27FC236}">
                      <a16:creationId xmlns:a16="http://schemas.microsoft.com/office/drawing/2014/main" id="{B6B3D4FF-2DC5-3DAE-BAB6-58B0B68428AC}"/>
                    </a:ext>
                  </a:extLst>
                </p:cNvPr>
                <p:cNvSpPr/>
                <p:nvPr/>
              </p:nvSpPr>
              <p:spPr>
                <a:xfrm rot="16200000">
                  <a:off x="9448562" y="4096342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SO</a:t>
                  </a:r>
                  <a:endParaRPr lang="en-US" b="1" dirty="0"/>
                </a:p>
              </p:txBody>
            </p:sp>
          </p:grpSp>
          <p:grpSp>
            <p:nvGrpSpPr>
              <p:cNvPr id="60" name="Grupa 59">
                <a:extLst>
                  <a:ext uri="{FF2B5EF4-FFF2-40B4-BE49-F238E27FC236}">
                    <a16:creationId xmlns:a16="http://schemas.microsoft.com/office/drawing/2014/main" id="{4D459510-9E84-D9E6-1F8A-24F7FE33DBCF}"/>
                  </a:ext>
                </a:extLst>
              </p:cNvPr>
              <p:cNvGrpSpPr/>
              <p:nvPr/>
            </p:nvGrpSpPr>
            <p:grpSpPr>
              <a:xfrm>
                <a:off x="1395988" y="1438817"/>
                <a:ext cx="8757111" cy="957224"/>
                <a:chOff x="1395989" y="3843658"/>
                <a:chExt cx="8757111" cy="957224"/>
              </a:xfrm>
            </p:grpSpPr>
            <p:sp>
              <p:nvSpPr>
                <p:cNvPr id="61" name="Prostokąt: zaokrąglone rogi 60">
                  <a:extLst>
                    <a:ext uri="{FF2B5EF4-FFF2-40B4-BE49-F238E27FC236}">
                      <a16:creationId xmlns:a16="http://schemas.microsoft.com/office/drawing/2014/main" id="{6463B6E8-A09C-E36B-48D3-AC2993F88BE4}"/>
                    </a:ext>
                  </a:extLst>
                </p:cNvPr>
                <p:cNvSpPr/>
                <p:nvPr/>
              </p:nvSpPr>
              <p:spPr>
                <a:xfrm rot="16200000">
                  <a:off x="1156146" y="4083509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GPA7</a:t>
                  </a:r>
                  <a:endParaRPr lang="en-US" b="1" dirty="0"/>
                </a:p>
              </p:txBody>
            </p:sp>
            <p:sp>
              <p:nvSpPr>
                <p:cNvPr id="62" name="Prostokąt: zaokrąglone rogi 61">
                  <a:extLst>
                    <a:ext uri="{FF2B5EF4-FFF2-40B4-BE49-F238E27FC236}">
                      <a16:creationId xmlns:a16="http://schemas.microsoft.com/office/drawing/2014/main" id="{F5A02AFC-F82C-3651-CBE9-063401E6E152}"/>
                    </a:ext>
                  </a:extLst>
                </p:cNvPr>
                <p:cNvSpPr/>
                <p:nvPr/>
              </p:nvSpPr>
              <p:spPr>
                <a:xfrm rot="16200000">
                  <a:off x="1785971" y="4083509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GPA6</a:t>
                  </a:r>
                  <a:endParaRPr lang="en-US" b="1" dirty="0"/>
                </a:p>
              </p:txBody>
            </p:sp>
            <p:sp>
              <p:nvSpPr>
                <p:cNvPr id="63" name="Prostokąt: zaokrąglone rogi 62">
                  <a:extLst>
                    <a:ext uri="{FF2B5EF4-FFF2-40B4-BE49-F238E27FC236}">
                      <a16:creationId xmlns:a16="http://schemas.microsoft.com/office/drawing/2014/main" id="{21D7225D-CE37-E0DF-3D66-C751C9E4EA56}"/>
                    </a:ext>
                  </a:extLst>
                </p:cNvPr>
                <p:cNvSpPr/>
                <p:nvPr/>
              </p:nvSpPr>
              <p:spPr>
                <a:xfrm rot="16200000">
                  <a:off x="2415795" y="4083508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GPA5</a:t>
                  </a:r>
                  <a:endParaRPr lang="en-US" b="1" dirty="0"/>
                </a:p>
              </p:txBody>
            </p:sp>
            <p:sp>
              <p:nvSpPr>
                <p:cNvPr id="64" name="Prostokąt: zaokrąglone rogi 63">
                  <a:extLst>
                    <a:ext uri="{FF2B5EF4-FFF2-40B4-BE49-F238E27FC236}">
                      <a16:creationId xmlns:a16="http://schemas.microsoft.com/office/drawing/2014/main" id="{AFECBD5A-9FDD-DA10-EF1C-BBF05E98FE78}"/>
                    </a:ext>
                  </a:extLst>
                </p:cNvPr>
                <p:cNvSpPr/>
                <p:nvPr/>
              </p:nvSpPr>
              <p:spPr>
                <a:xfrm rot="16200000">
                  <a:off x="3045620" y="4083507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GPA4</a:t>
                  </a:r>
                  <a:endParaRPr lang="en-US" b="1" dirty="0"/>
                </a:p>
              </p:txBody>
            </p:sp>
            <p:sp>
              <p:nvSpPr>
                <p:cNvPr id="65" name="Prostokąt: zaokrąglone rogi 64">
                  <a:extLst>
                    <a:ext uri="{FF2B5EF4-FFF2-40B4-BE49-F238E27FC236}">
                      <a16:creationId xmlns:a16="http://schemas.microsoft.com/office/drawing/2014/main" id="{3F64BCB7-4963-6DD2-2249-185B87E5F140}"/>
                    </a:ext>
                  </a:extLst>
                </p:cNvPr>
                <p:cNvSpPr/>
                <p:nvPr/>
              </p:nvSpPr>
              <p:spPr>
                <a:xfrm rot="16200000">
                  <a:off x="3675444" y="4083506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GPA3</a:t>
                  </a:r>
                  <a:endParaRPr lang="en-US" b="1" dirty="0"/>
                </a:p>
              </p:txBody>
            </p:sp>
            <p:sp>
              <p:nvSpPr>
                <p:cNvPr id="66" name="Prostokąt: zaokrąglone rogi 65">
                  <a:extLst>
                    <a:ext uri="{FF2B5EF4-FFF2-40B4-BE49-F238E27FC236}">
                      <a16:creationId xmlns:a16="http://schemas.microsoft.com/office/drawing/2014/main" id="{8C8E5113-39F8-4948-A2C6-8A35ACF20D92}"/>
                    </a:ext>
                  </a:extLst>
                </p:cNvPr>
                <p:cNvSpPr/>
                <p:nvPr/>
              </p:nvSpPr>
              <p:spPr>
                <a:xfrm rot="16200000">
                  <a:off x="4305268" y="4083505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GPA2</a:t>
                  </a:r>
                  <a:endParaRPr lang="en-US" b="1" dirty="0"/>
                </a:p>
              </p:txBody>
            </p:sp>
            <p:sp>
              <p:nvSpPr>
                <p:cNvPr id="67" name="Prostokąt: zaokrąglone rogi 66">
                  <a:extLst>
                    <a:ext uri="{FF2B5EF4-FFF2-40B4-BE49-F238E27FC236}">
                      <a16:creationId xmlns:a16="http://schemas.microsoft.com/office/drawing/2014/main" id="{E15312EE-6914-1E2D-71CB-B85A5C927796}"/>
                    </a:ext>
                  </a:extLst>
                </p:cNvPr>
                <p:cNvSpPr/>
                <p:nvPr/>
              </p:nvSpPr>
              <p:spPr>
                <a:xfrm rot="16200000">
                  <a:off x="4935092" y="4083504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GPA1</a:t>
                  </a:r>
                  <a:endParaRPr lang="en-US" b="1" dirty="0"/>
                </a:p>
              </p:txBody>
            </p:sp>
            <p:sp>
              <p:nvSpPr>
                <p:cNvPr id="68" name="Prostokąt: zaokrąglone rogi 67">
                  <a:extLst>
                    <a:ext uri="{FF2B5EF4-FFF2-40B4-BE49-F238E27FC236}">
                      <a16:creationId xmlns:a16="http://schemas.microsoft.com/office/drawing/2014/main" id="{110BEBEF-8F0E-A959-7040-0C0CD7DB4588}"/>
                    </a:ext>
                  </a:extLst>
                </p:cNvPr>
                <p:cNvSpPr/>
                <p:nvPr/>
              </p:nvSpPr>
              <p:spPr>
                <a:xfrm rot="16200000">
                  <a:off x="5564916" y="4083503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GPA0</a:t>
                  </a:r>
                  <a:endParaRPr lang="en-US" b="1" dirty="0"/>
                </a:p>
              </p:txBody>
            </p:sp>
            <p:sp>
              <p:nvSpPr>
                <p:cNvPr id="69" name="Prostokąt: zaokrąglone rogi 68">
                  <a:extLst>
                    <a:ext uri="{FF2B5EF4-FFF2-40B4-BE49-F238E27FC236}">
                      <a16:creationId xmlns:a16="http://schemas.microsoft.com/office/drawing/2014/main" id="{3132C133-6921-D2B0-4593-E8CA86EF7750}"/>
                    </a:ext>
                  </a:extLst>
                </p:cNvPr>
                <p:cNvSpPr/>
                <p:nvPr/>
              </p:nvSpPr>
              <p:spPr>
                <a:xfrm rot="16200000">
                  <a:off x="6220915" y="4083503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INTA</a:t>
                  </a:r>
                  <a:endParaRPr lang="en-US" b="1" dirty="0"/>
                </a:p>
              </p:txBody>
            </p:sp>
            <p:sp>
              <p:nvSpPr>
                <p:cNvPr id="70" name="Prostokąt: zaokrąglone rogi 69">
                  <a:extLst>
                    <a:ext uri="{FF2B5EF4-FFF2-40B4-BE49-F238E27FC236}">
                      <a16:creationId xmlns:a16="http://schemas.microsoft.com/office/drawing/2014/main" id="{06A7C3BF-2963-6E41-9097-577E3491FD3D}"/>
                    </a:ext>
                  </a:extLst>
                </p:cNvPr>
                <p:cNvSpPr/>
                <p:nvPr/>
              </p:nvSpPr>
              <p:spPr>
                <a:xfrm rot="16200000">
                  <a:off x="6850740" y="4096344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INTB</a:t>
                  </a:r>
                  <a:endParaRPr lang="en-US" b="1" dirty="0"/>
                </a:p>
              </p:txBody>
            </p:sp>
            <p:sp>
              <p:nvSpPr>
                <p:cNvPr id="71" name="Prostokąt: zaokrąglone rogi 70">
                  <a:extLst>
                    <a:ext uri="{FF2B5EF4-FFF2-40B4-BE49-F238E27FC236}">
                      <a16:creationId xmlns:a16="http://schemas.microsoft.com/office/drawing/2014/main" id="{A5CF9B26-68F1-6B16-6912-E719A3FE2057}"/>
                    </a:ext>
                  </a:extLst>
                </p:cNvPr>
                <p:cNvSpPr/>
                <p:nvPr/>
              </p:nvSpPr>
              <p:spPr>
                <a:xfrm rot="16200000">
                  <a:off x="7506739" y="4083502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72" name="Prostokąt: zaokrąglone rogi 71">
                  <a:extLst>
                    <a:ext uri="{FF2B5EF4-FFF2-40B4-BE49-F238E27FC236}">
                      <a16:creationId xmlns:a16="http://schemas.microsoft.com/office/drawing/2014/main" id="{F98A4A6E-1472-77D2-CB70-65BEDAFEC5D7}"/>
                    </a:ext>
                  </a:extLst>
                </p:cNvPr>
                <p:cNvSpPr/>
                <p:nvPr/>
              </p:nvSpPr>
              <p:spPr>
                <a:xfrm rot="16200000">
                  <a:off x="8162739" y="4083501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A2</a:t>
                  </a:r>
                  <a:endParaRPr lang="en-US" b="1" dirty="0"/>
                </a:p>
              </p:txBody>
            </p:sp>
            <p:sp>
              <p:nvSpPr>
                <p:cNvPr id="73" name="Prostokąt: zaokrąglone rogi 72">
                  <a:extLst>
                    <a:ext uri="{FF2B5EF4-FFF2-40B4-BE49-F238E27FC236}">
                      <a16:creationId xmlns:a16="http://schemas.microsoft.com/office/drawing/2014/main" id="{3A5B292E-D4A0-3166-87D4-81987B98E274}"/>
                    </a:ext>
                  </a:extLst>
                </p:cNvPr>
                <p:cNvSpPr/>
                <p:nvPr/>
              </p:nvSpPr>
              <p:spPr>
                <a:xfrm rot="16200000">
                  <a:off x="8792563" y="4096343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A1</a:t>
                  </a:r>
                  <a:endParaRPr lang="en-US" b="1" dirty="0"/>
                </a:p>
              </p:txBody>
            </p:sp>
            <p:sp>
              <p:nvSpPr>
                <p:cNvPr id="74" name="Prostokąt: zaokrąglone rogi 73">
                  <a:extLst>
                    <a:ext uri="{FF2B5EF4-FFF2-40B4-BE49-F238E27FC236}">
                      <a16:creationId xmlns:a16="http://schemas.microsoft.com/office/drawing/2014/main" id="{A40FCB15-D14C-75C7-C86F-3D6CAA3C5CA4}"/>
                    </a:ext>
                  </a:extLst>
                </p:cNvPr>
                <p:cNvSpPr/>
                <p:nvPr/>
              </p:nvSpPr>
              <p:spPr>
                <a:xfrm rot="16200000">
                  <a:off x="9448562" y="4096342"/>
                  <a:ext cx="944381" cy="464695"/>
                </a:xfrm>
                <a:prstGeom prst="round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l-PL" sz="2400" b="1" dirty="0"/>
                    <a:t>A0</a:t>
                  </a:r>
                  <a:endParaRPr lang="en-US" b="1" dirty="0"/>
                </a:p>
              </p:txBody>
            </p:sp>
          </p:grpSp>
          <p:sp>
            <p:nvSpPr>
              <p:cNvPr id="75" name="pole tekstowe 74">
                <a:extLst>
                  <a:ext uri="{FF2B5EF4-FFF2-40B4-BE49-F238E27FC236}">
                    <a16:creationId xmlns:a16="http://schemas.microsoft.com/office/drawing/2014/main" id="{45C25757-5B7F-B2A1-D1DB-E47E0D37272B}"/>
                  </a:ext>
                </a:extLst>
              </p:cNvPr>
              <p:cNvSpPr txBox="1"/>
              <p:nvPr/>
            </p:nvSpPr>
            <p:spPr>
              <a:xfrm rot="16200000">
                <a:off x="7407391" y="1574417"/>
                <a:ext cx="11430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b="1" dirty="0">
                    <a:solidFill>
                      <a:schemeClr val="bg1"/>
                    </a:solidFill>
                  </a:rPr>
                  <a:t>RESET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7" name="Łącznik prosty 76">
                <a:extLst>
                  <a:ext uri="{FF2B5EF4-FFF2-40B4-BE49-F238E27FC236}">
                    <a16:creationId xmlns:a16="http://schemas.microsoft.com/office/drawing/2014/main" id="{4FD646CF-7188-2C9C-BCDB-93DDE768E5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54601" y="4148138"/>
                <a:ext cx="0" cy="314325"/>
              </a:xfrm>
              <a:prstGeom prst="line">
                <a:avLst/>
              </a:prstGeom>
              <a:ln w="412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Łącznik prosty 80">
                <a:extLst>
                  <a:ext uri="{FF2B5EF4-FFF2-40B4-BE49-F238E27FC236}">
                    <a16:creationId xmlns:a16="http://schemas.microsoft.com/office/drawing/2014/main" id="{B35BFA7E-B594-6BAE-4DDA-FAFB2C1D25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54601" y="1519238"/>
                <a:ext cx="0" cy="752475"/>
              </a:xfrm>
              <a:prstGeom prst="line">
                <a:avLst/>
              </a:prstGeom>
              <a:ln w="412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Łącznik prosty 83">
                <a:extLst>
                  <a:ext uri="{FF2B5EF4-FFF2-40B4-BE49-F238E27FC236}">
                    <a16:creationId xmlns:a16="http://schemas.microsoft.com/office/drawing/2014/main" id="{FE9C2888-D037-0428-2E48-3EBFB8E778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99605" y="1619250"/>
                <a:ext cx="0" cy="590550"/>
              </a:xfrm>
              <a:prstGeom prst="line">
                <a:avLst/>
              </a:prstGeom>
              <a:ln w="412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Łącznik prosty 84">
                <a:extLst>
                  <a:ext uri="{FF2B5EF4-FFF2-40B4-BE49-F238E27FC236}">
                    <a16:creationId xmlns:a16="http://schemas.microsoft.com/office/drawing/2014/main" id="{7B93569E-3331-C07C-5CB0-69D215C9A1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54337" y="1593056"/>
                <a:ext cx="0" cy="595313"/>
              </a:xfrm>
              <a:prstGeom prst="line">
                <a:avLst/>
              </a:prstGeom>
              <a:ln w="412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pole tekstowe 92">
                <a:extLst>
                  <a:ext uri="{FF2B5EF4-FFF2-40B4-BE49-F238E27FC236}">
                    <a16:creationId xmlns:a16="http://schemas.microsoft.com/office/drawing/2014/main" id="{D7C09D7A-139B-880D-3178-83E0EE19C1DA}"/>
                  </a:ext>
                </a:extLst>
              </p:cNvPr>
              <p:cNvSpPr txBox="1"/>
              <p:nvPr/>
            </p:nvSpPr>
            <p:spPr>
              <a:xfrm rot="16200000">
                <a:off x="1405982" y="3396328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</a:t>
                </a:r>
                <a:endParaRPr lang="en-US" dirty="0"/>
              </a:p>
            </p:txBody>
          </p:sp>
          <p:sp>
            <p:nvSpPr>
              <p:cNvPr id="94" name="pole tekstowe 93">
                <a:extLst>
                  <a:ext uri="{FF2B5EF4-FFF2-40B4-BE49-F238E27FC236}">
                    <a16:creationId xmlns:a16="http://schemas.microsoft.com/office/drawing/2014/main" id="{E8013207-A9F3-11A5-8AC1-01DDED373CCB}"/>
                  </a:ext>
                </a:extLst>
              </p:cNvPr>
              <p:cNvSpPr txBox="1"/>
              <p:nvPr/>
            </p:nvSpPr>
            <p:spPr>
              <a:xfrm rot="16200000">
                <a:off x="2046352" y="3396320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</a:t>
                </a:r>
                <a:endParaRPr lang="en-US" dirty="0"/>
              </a:p>
            </p:txBody>
          </p:sp>
          <p:sp>
            <p:nvSpPr>
              <p:cNvPr id="95" name="pole tekstowe 94">
                <a:extLst>
                  <a:ext uri="{FF2B5EF4-FFF2-40B4-BE49-F238E27FC236}">
                    <a16:creationId xmlns:a16="http://schemas.microsoft.com/office/drawing/2014/main" id="{8E4F91AB-F72B-4418-DDFD-B71A5AD30C96}"/>
                  </a:ext>
                </a:extLst>
              </p:cNvPr>
              <p:cNvSpPr txBox="1"/>
              <p:nvPr/>
            </p:nvSpPr>
            <p:spPr>
              <a:xfrm rot="16200000">
                <a:off x="2664635" y="3396320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3</a:t>
                </a:r>
                <a:endParaRPr lang="en-US" dirty="0"/>
              </a:p>
            </p:txBody>
          </p:sp>
          <p:sp>
            <p:nvSpPr>
              <p:cNvPr id="96" name="pole tekstowe 95">
                <a:extLst>
                  <a:ext uri="{FF2B5EF4-FFF2-40B4-BE49-F238E27FC236}">
                    <a16:creationId xmlns:a16="http://schemas.microsoft.com/office/drawing/2014/main" id="{6BE07953-B5D8-7DF3-8D24-66A7F0191B36}"/>
                  </a:ext>
                </a:extLst>
              </p:cNvPr>
              <p:cNvSpPr txBox="1"/>
              <p:nvPr/>
            </p:nvSpPr>
            <p:spPr>
              <a:xfrm rot="16200000">
                <a:off x="3293719" y="3396319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4</a:t>
                </a:r>
                <a:endParaRPr lang="en-US" dirty="0"/>
              </a:p>
            </p:txBody>
          </p:sp>
          <p:sp>
            <p:nvSpPr>
              <p:cNvPr id="97" name="pole tekstowe 96">
                <a:extLst>
                  <a:ext uri="{FF2B5EF4-FFF2-40B4-BE49-F238E27FC236}">
                    <a16:creationId xmlns:a16="http://schemas.microsoft.com/office/drawing/2014/main" id="{B9A507F8-65CD-963E-07C4-EB726DB6ACE0}"/>
                  </a:ext>
                </a:extLst>
              </p:cNvPr>
              <p:cNvSpPr txBox="1"/>
              <p:nvPr/>
            </p:nvSpPr>
            <p:spPr>
              <a:xfrm rot="16200000">
                <a:off x="3922733" y="3396319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5</a:t>
                </a:r>
                <a:endParaRPr lang="en-US" dirty="0"/>
              </a:p>
            </p:txBody>
          </p:sp>
          <p:sp>
            <p:nvSpPr>
              <p:cNvPr id="98" name="pole tekstowe 97">
                <a:extLst>
                  <a:ext uri="{FF2B5EF4-FFF2-40B4-BE49-F238E27FC236}">
                    <a16:creationId xmlns:a16="http://schemas.microsoft.com/office/drawing/2014/main" id="{31028DDC-3117-BFF4-4040-DC9AB8B3D81F}"/>
                  </a:ext>
                </a:extLst>
              </p:cNvPr>
              <p:cNvSpPr txBox="1"/>
              <p:nvPr/>
            </p:nvSpPr>
            <p:spPr>
              <a:xfrm rot="16200000">
                <a:off x="4551747" y="3396319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6</a:t>
                </a:r>
                <a:endParaRPr lang="en-US" dirty="0"/>
              </a:p>
            </p:txBody>
          </p:sp>
          <p:sp>
            <p:nvSpPr>
              <p:cNvPr id="99" name="pole tekstowe 98">
                <a:extLst>
                  <a:ext uri="{FF2B5EF4-FFF2-40B4-BE49-F238E27FC236}">
                    <a16:creationId xmlns:a16="http://schemas.microsoft.com/office/drawing/2014/main" id="{E309C5F1-09A0-DD39-9FC5-A3E455433439}"/>
                  </a:ext>
                </a:extLst>
              </p:cNvPr>
              <p:cNvSpPr txBox="1"/>
              <p:nvPr/>
            </p:nvSpPr>
            <p:spPr>
              <a:xfrm rot="16200000">
                <a:off x="5181984" y="3396319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7</a:t>
                </a:r>
                <a:endParaRPr lang="en-US" dirty="0"/>
              </a:p>
            </p:txBody>
          </p:sp>
          <p:sp>
            <p:nvSpPr>
              <p:cNvPr id="100" name="pole tekstowe 99">
                <a:extLst>
                  <a:ext uri="{FF2B5EF4-FFF2-40B4-BE49-F238E27FC236}">
                    <a16:creationId xmlns:a16="http://schemas.microsoft.com/office/drawing/2014/main" id="{B53748B4-4779-4007-E090-C34FB1887A7D}"/>
                  </a:ext>
                </a:extLst>
              </p:cNvPr>
              <p:cNvSpPr txBox="1"/>
              <p:nvPr/>
            </p:nvSpPr>
            <p:spPr>
              <a:xfrm rot="16200000">
                <a:off x="5826296" y="3396319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8</a:t>
                </a:r>
                <a:endParaRPr lang="en-US" dirty="0"/>
              </a:p>
            </p:txBody>
          </p:sp>
          <p:sp>
            <p:nvSpPr>
              <p:cNvPr id="101" name="pole tekstowe 100">
                <a:extLst>
                  <a:ext uri="{FF2B5EF4-FFF2-40B4-BE49-F238E27FC236}">
                    <a16:creationId xmlns:a16="http://schemas.microsoft.com/office/drawing/2014/main" id="{CF5999F1-ADEE-E380-BB90-DE86F69A13E8}"/>
                  </a:ext>
                </a:extLst>
              </p:cNvPr>
              <p:cNvSpPr txBox="1"/>
              <p:nvPr/>
            </p:nvSpPr>
            <p:spPr>
              <a:xfrm rot="16200000">
                <a:off x="6444579" y="3396321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9</a:t>
                </a:r>
                <a:endParaRPr lang="en-US" dirty="0"/>
              </a:p>
            </p:txBody>
          </p:sp>
          <p:sp>
            <p:nvSpPr>
              <p:cNvPr id="102" name="pole tekstowe 101">
                <a:extLst>
                  <a:ext uri="{FF2B5EF4-FFF2-40B4-BE49-F238E27FC236}">
                    <a16:creationId xmlns:a16="http://schemas.microsoft.com/office/drawing/2014/main" id="{6851CC53-C201-CAFF-4E3F-EA786F1D52F5}"/>
                  </a:ext>
                </a:extLst>
              </p:cNvPr>
              <p:cNvSpPr txBox="1"/>
              <p:nvPr/>
            </p:nvSpPr>
            <p:spPr>
              <a:xfrm rot="16200000">
                <a:off x="7087458" y="3396320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10</a:t>
                </a:r>
                <a:endParaRPr lang="en-US" dirty="0"/>
              </a:p>
            </p:txBody>
          </p:sp>
          <p:sp>
            <p:nvSpPr>
              <p:cNvPr id="103" name="pole tekstowe 102">
                <a:extLst>
                  <a:ext uri="{FF2B5EF4-FFF2-40B4-BE49-F238E27FC236}">
                    <a16:creationId xmlns:a16="http://schemas.microsoft.com/office/drawing/2014/main" id="{BE660487-5A53-C479-2567-ACEC867AB468}"/>
                  </a:ext>
                </a:extLst>
              </p:cNvPr>
              <p:cNvSpPr txBox="1"/>
              <p:nvPr/>
            </p:nvSpPr>
            <p:spPr>
              <a:xfrm rot="16200000">
                <a:off x="7707702" y="339827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11</a:t>
                </a:r>
                <a:endParaRPr lang="en-US" dirty="0"/>
              </a:p>
            </p:txBody>
          </p:sp>
          <p:sp>
            <p:nvSpPr>
              <p:cNvPr id="105" name="pole tekstowe 104">
                <a:extLst>
                  <a:ext uri="{FF2B5EF4-FFF2-40B4-BE49-F238E27FC236}">
                    <a16:creationId xmlns:a16="http://schemas.microsoft.com/office/drawing/2014/main" id="{842C6152-E731-272E-0C96-4F7BA511BF28}"/>
                  </a:ext>
                </a:extLst>
              </p:cNvPr>
              <p:cNvSpPr txBox="1"/>
              <p:nvPr/>
            </p:nvSpPr>
            <p:spPr>
              <a:xfrm rot="16200000">
                <a:off x="8412575" y="3396319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12</a:t>
                </a:r>
                <a:endParaRPr lang="en-US" dirty="0"/>
              </a:p>
            </p:txBody>
          </p:sp>
          <p:sp>
            <p:nvSpPr>
              <p:cNvPr id="106" name="pole tekstowe 105">
                <a:extLst>
                  <a:ext uri="{FF2B5EF4-FFF2-40B4-BE49-F238E27FC236}">
                    <a16:creationId xmlns:a16="http://schemas.microsoft.com/office/drawing/2014/main" id="{E72619A0-509A-DFE5-F44D-C0D75D3DE60B}"/>
                  </a:ext>
                </a:extLst>
              </p:cNvPr>
              <p:cNvSpPr txBox="1"/>
              <p:nvPr/>
            </p:nvSpPr>
            <p:spPr>
              <a:xfrm rot="16200000">
                <a:off x="9045439" y="3394653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13</a:t>
                </a:r>
                <a:endParaRPr lang="en-US" dirty="0"/>
              </a:p>
            </p:txBody>
          </p:sp>
          <p:sp>
            <p:nvSpPr>
              <p:cNvPr id="107" name="pole tekstowe 106">
                <a:extLst>
                  <a:ext uri="{FF2B5EF4-FFF2-40B4-BE49-F238E27FC236}">
                    <a16:creationId xmlns:a16="http://schemas.microsoft.com/office/drawing/2014/main" id="{73BA71FA-2314-E54D-48CE-0F3EA614DB69}"/>
                  </a:ext>
                </a:extLst>
              </p:cNvPr>
              <p:cNvSpPr txBox="1"/>
              <p:nvPr/>
            </p:nvSpPr>
            <p:spPr>
              <a:xfrm rot="16200000">
                <a:off x="9674453" y="3399216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14</a:t>
                </a:r>
                <a:endParaRPr lang="en-US" dirty="0"/>
              </a:p>
            </p:txBody>
          </p:sp>
          <p:sp>
            <p:nvSpPr>
              <p:cNvPr id="122" name="pole tekstowe 121">
                <a:extLst>
                  <a:ext uri="{FF2B5EF4-FFF2-40B4-BE49-F238E27FC236}">
                    <a16:creationId xmlns:a16="http://schemas.microsoft.com/office/drawing/2014/main" id="{3C6F9139-9807-CDCD-7848-EB8615958182}"/>
                  </a:ext>
                </a:extLst>
              </p:cNvPr>
              <p:cNvSpPr txBox="1"/>
              <p:nvPr/>
            </p:nvSpPr>
            <p:spPr>
              <a:xfrm rot="10800000">
                <a:off x="4187402" y="2827904"/>
                <a:ext cx="27146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4000" b="1" dirty="0"/>
                  <a:t>MCP23S17</a:t>
                </a:r>
                <a:endParaRPr lang="en-US" sz="2400" b="1" dirty="0"/>
              </a:p>
            </p:txBody>
          </p:sp>
        </p:grpSp>
        <p:grpSp>
          <p:nvGrpSpPr>
            <p:cNvPr id="138" name="Grupa 137">
              <a:extLst>
                <a:ext uri="{FF2B5EF4-FFF2-40B4-BE49-F238E27FC236}">
                  <a16:creationId xmlns:a16="http://schemas.microsoft.com/office/drawing/2014/main" id="{B7874AE9-B170-A9A3-F448-57CD879601EA}"/>
                </a:ext>
              </a:extLst>
            </p:cNvPr>
            <p:cNvGrpSpPr/>
            <p:nvPr/>
          </p:nvGrpSpPr>
          <p:grpSpPr>
            <a:xfrm>
              <a:off x="1473236" y="2358876"/>
              <a:ext cx="8608236" cy="462611"/>
              <a:chOff x="1449500" y="2399191"/>
              <a:chExt cx="8608236" cy="462611"/>
            </a:xfrm>
          </p:grpSpPr>
          <p:sp>
            <p:nvSpPr>
              <p:cNvPr id="124" name="pole tekstowe 123">
                <a:extLst>
                  <a:ext uri="{FF2B5EF4-FFF2-40B4-BE49-F238E27FC236}">
                    <a16:creationId xmlns:a16="http://schemas.microsoft.com/office/drawing/2014/main" id="{E12F4F19-1F2C-0146-3296-E7EE1F7951BD}"/>
                  </a:ext>
                </a:extLst>
              </p:cNvPr>
              <p:cNvSpPr txBox="1"/>
              <p:nvPr/>
            </p:nvSpPr>
            <p:spPr>
              <a:xfrm rot="16200000">
                <a:off x="9650717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15</a:t>
                </a:r>
                <a:endParaRPr lang="en-US" dirty="0"/>
              </a:p>
            </p:txBody>
          </p:sp>
          <p:sp>
            <p:nvSpPr>
              <p:cNvPr id="125" name="pole tekstowe 124">
                <a:extLst>
                  <a:ext uri="{FF2B5EF4-FFF2-40B4-BE49-F238E27FC236}">
                    <a16:creationId xmlns:a16="http://schemas.microsoft.com/office/drawing/2014/main" id="{F3205C69-3654-12F7-AEC4-E394FBF4EBB7}"/>
                  </a:ext>
                </a:extLst>
              </p:cNvPr>
              <p:cNvSpPr txBox="1"/>
              <p:nvPr/>
            </p:nvSpPr>
            <p:spPr>
              <a:xfrm rot="16200000">
                <a:off x="9018078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16</a:t>
                </a:r>
                <a:endParaRPr lang="en-US" dirty="0"/>
              </a:p>
            </p:txBody>
          </p:sp>
          <p:sp>
            <p:nvSpPr>
              <p:cNvPr id="126" name="pole tekstowe 125">
                <a:extLst>
                  <a:ext uri="{FF2B5EF4-FFF2-40B4-BE49-F238E27FC236}">
                    <a16:creationId xmlns:a16="http://schemas.microsoft.com/office/drawing/2014/main" id="{FCFB912D-060A-7684-A057-7EC4543C954D}"/>
                  </a:ext>
                </a:extLst>
              </p:cNvPr>
              <p:cNvSpPr txBox="1"/>
              <p:nvPr/>
            </p:nvSpPr>
            <p:spPr>
              <a:xfrm rot="16200000">
                <a:off x="8392450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17</a:t>
                </a:r>
                <a:endParaRPr lang="en-US" dirty="0"/>
              </a:p>
            </p:txBody>
          </p:sp>
          <p:sp>
            <p:nvSpPr>
              <p:cNvPr id="127" name="pole tekstowe 126">
                <a:extLst>
                  <a:ext uri="{FF2B5EF4-FFF2-40B4-BE49-F238E27FC236}">
                    <a16:creationId xmlns:a16="http://schemas.microsoft.com/office/drawing/2014/main" id="{319AE8C2-2E1A-6171-0CE3-34556A7B72E2}"/>
                  </a:ext>
                </a:extLst>
              </p:cNvPr>
              <p:cNvSpPr txBox="1"/>
              <p:nvPr/>
            </p:nvSpPr>
            <p:spPr>
              <a:xfrm rot="16200000">
                <a:off x="7707370" y="2436878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18</a:t>
                </a:r>
                <a:endParaRPr lang="en-US" dirty="0"/>
              </a:p>
            </p:txBody>
          </p:sp>
          <p:sp>
            <p:nvSpPr>
              <p:cNvPr id="128" name="pole tekstowe 127">
                <a:extLst>
                  <a:ext uri="{FF2B5EF4-FFF2-40B4-BE49-F238E27FC236}">
                    <a16:creationId xmlns:a16="http://schemas.microsoft.com/office/drawing/2014/main" id="{CB92E41A-6BF6-5244-FC5F-BED80EF53219}"/>
                  </a:ext>
                </a:extLst>
              </p:cNvPr>
              <p:cNvSpPr txBox="1"/>
              <p:nvPr/>
            </p:nvSpPr>
            <p:spPr>
              <a:xfrm rot="16200000">
                <a:off x="7058210" y="2436878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19</a:t>
                </a:r>
                <a:endParaRPr lang="en-US" dirty="0"/>
              </a:p>
            </p:txBody>
          </p:sp>
          <p:sp>
            <p:nvSpPr>
              <p:cNvPr id="129" name="pole tekstowe 128">
                <a:extLst>
                  <a:ext uri="{FF2B5EF4-FFF2-40B4-BE49-F238E27FC236}">
                    <a16:creationId xmlns:a16="http://schemas.microsoft.com/office/drawing/2014/main" id="{3D421298-B050-4ACE-EF0F-E79EC3F12DDF}"/>
                  </a:ext>
                </a:extLst>
              </p:cNvPr>
              <p:cNvSpPr txBox="1"/>
              <p:nvPr/>
            </p:nvSpPr>
            <p:spPr>
              <a:xfrm rot="16200000">
                <a:off x="6420473" y="2454783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20</a:t>
                </a:r>
                <a:endParaRPr lang="en-US" dirty="0"/>
              </a:p>
            </p:txBody>
          </p:sp>
          <p:sp>
            <p:nvSpPr>
              <p:cNvPr id="130" name="pole tekstowe 129">
                <a:extLst>
                  <a:ext uri="{FF2B5EF4-FFF2-40B4-BE49-F238E27FC236}">
                    <a16:creationId xmlns:a16="http://schemas.microsoft.com/office/drawing/2014/main" id="{16BCF062-534C-CCBB-33FA-31ED0A86E953}"/>
                  </a:ext>
                </a:extLst>
              </p:cNvPr>
              <p:cNvSpPr txBox="1"/>
              <p:nvPr/>
            </p:nvSpPr>
            <p:spPr>
              <a:xfrm rot="16200000">
                <a:off x="5776010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21</a:t>
                </a:r>
                <a:endParaRPr lang="en-US" dirty="0"/>
              </a:p>
            </p:txBody>
          </p:sp>
          <p:sp>
            <p:nvSpPr>
              <p:cNvPr id="131" name="pole tekstowe 130">
                <a:extLst>
                  <a:ext uri="{FF2B5EF4-FFF2-40B4-BE49-F238E27FC236}">
                    <a16:creationId xmlns:a16="http://schemas.microsoft.com/office/drawing/2014/main" id="{D1230D08-AAB5-8447-27BA-8E52B527AE1A}"/>
                  </a:ext>
                </a:extLst>
              </p:cNvPr>
              <p:cNvSpPr txBox="1"/>
              <p:nvPr/>
            </p:nvSpPr>
            <p:spPr>
              <a:xfrm rot="16200000">
                <a:off x="5131547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22</a:t>
                </a:r>
                <a:endParaRPr lang="en-US" dirty="0"/>
              </a:p>
            </p:txBody>
          </p:sp>
          <p:sp>
            <p:nvSpPr>
              <p:cNvPr id="132" name="pole tekstowe 131">
                <a:extLst>
                  <a:ext uri="{FF2B5EF4-FFF2-40B4-BE49-F238E27FC236}">
                    <a16:creationId xmlns:a16="http://schemas.microsoft.com/office/drawing/2014/main" id="{8500B431-2F81-5E74-AA98-EB6BCDCD69FE}"/>
                  </a:ext>
                </a:extLst>
              </p:cNvPr>
              <p:cNvSpPr txBox="1"/>
              <p:nvPr/>
            </p:nvSpPr>
            <p:spPr>
              <a:xfrm rot="16200000">
                <a:off x="4501722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23</a:t>
                </a:r>
                <a:endParaRPr lang="en-US" dirty="0"/>
              </a:p>
            </p:txBody>
          </p:sp>
          <p:sp>
            <p:nvSpPr>
              <p:cNvPr id="133" name="pole tekstowe 132">
                <a:extLst>
                  <a:ext uri="{FF2B5EF4-FFF2-40B4-BE49-F238E27FC236}">
                    <a16:creationId xmlns:a16="http://schemas.microsoft.com/office/drawing/2014/main" id="{7A87C389-4C46-6167-F401-4F05935D892F}"/>
                  </a:ext>
                </a:extLst>
              </p:cNvPr>
              <p:cNvSpPr txBox="1"/>
              <p:nvPr/>
            </p:nvSpPr>
            <p:spPr>
              <a:xfrm rot="16200000">
                <a:off x="3870862" y="2436878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24</a:t>
                </a:r>
                <a:endParaRPr lang="en-US" dirty="0"/>
              </a:p>
            </p:txBody>
          </p:sp>
          <p:sp>
            <p:nvSpPr>
              <p:cNvPr id="134" name="pole tekstowe 133">
                <a:extLst>
                  <a:ext uri="{FF2B5EF4-FFF2-40B4-BE49-F238E27FC236}">
                    <a16:creationId xmlns:a16="http://schemas.microsoft.com/office/drawing/2014/main" id="{22245732-ADCA-CF4C-0442-44E7EDB78F1A}"/>
                  </a:ext>
                </a:extLst>
              </p:cNvPr>
              <p:cNvSpPr txBox="1"/>
              <p:nvPr/>
            </p:nvSpPr>
            <p:spPr>
              <a:xfrm rot="16200000">
                <a:off x="3241037" y="2436878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25</a:t>
                </a:r>
                <a:endParaRPr lang="en-US" dirty="0"/>
              </a:p>
            </p:txBody>
          </p:sp>
          <p:sp>
            <p:nvSpPr>
              <p:cNvPr id="135" name="pole tekstowe 134">
                <a:extLst>
                  <a:ext uri="{FF2B5EF4-FFF2-40B4-BE49-F238E27FC236}">
                    <a16:creationId xmlns:a16="http://schemas.microsoft.com/office/drawing/2014/main" id="{CF8CCF90-FF71-F3C1-823D-8572BA13663C}"/>
                  </a:ext>
                </a:extLst>
              </p:cNvPr>
              <p:cNvSpPr txBox="1"/>
              <p:nvPr/>
            </p:nvSpPr>
            <p:spPr>
              <a:xfrm rot="16200000">
                <a:off x="2611212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26</a:t>
                </a:r>
                <a:endParaRPr lang="en-US" dirty="0"/>
              </a:p>
            </p:txBody>
          </p:sp>
          <p:sp>
            <p:nvSpPr>
              <p:cNvPr id="136" name="pole tekstowe 135">
                <a:extLst>
                  <a:ext uri="{FF2B5EF4-FFF2-40B4-BE49-F238E27FC236}">
                    <a16:creationId xmlns:a16="http://schemas.microsoft.com/office/drawing/2014/main" id="{F8F3B888-10A8-B1CB-0054-C89525435DD4}"/>
                  </a:ext>
                </a:extLst>
              </p:cNvPr>
              <p:cNvSpPr txBox="1"/>
              <p:nvPr/>
            </p:nvSpPr>
            <p:spPr>
              <a:xfrm rot="16200000">
                <a:off x="1994994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27</a:t>
                </a:r>
                <a:endParaRPr lang="en-US" dirty="0"/>
              </a:p>
            </p:txBody>
          </p:sp>
          <p:sp>
            <p:nvSpPr>
              <p:cNvPr id="137" name="pole tekstowe 136">
                <a:extLst>
                  <a:ext uri="{FF2B5EF4-FFF2-40B4-BE49-F238E27FC236}">
                    <a16:creationId xmlns:a16="http://schemas.microsoft.com/office/drawing/2014/main" id="{D130BBA7-A815-B3A8-007B-164FED4AF02A}"/>
                  </a:ext>
                </a:extLst>
              </p:cNvPr>
              <p:cNvSpPr txBox="1"/>
              <p:nvPr/>
            </p:nvSpPr>
            <p:spPr>
              <a:xfrm rot="16200000">
                <a:off x="1411813" y="2449004"/>
                <a:ext cx="444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28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965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BC94-BBEB-BABB-B8E2-3423518F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upa 122">
            <a:extLst>
              <a:ext uri="{FF2B5EF4-FFF2-40B4-BE49-F238E27FC236}">
                <a16:creationId xmlns:a16="http://schemas.microsoft.com/office/drawing/2014/main" id="{E88F6C35-92E3-5389-FB02-2E7714C04D9C}"/>
              </a:ext>
            </a:extLst>
          </p:cNvPr>
          <p:cNvGrpSpPr/>
          <p:nvPr/>
        </p:nvGrpSpPr>
        <p:grpSpPr>
          <a:xfrm>
            <a:off x="1204687" y="1233713"/>
            <a:ext cx="9158514" cy="3567169"/>
            <a:chOff x="1204687" y="1233713"/>
            <a:chExt cx="9158514" cy="3567169"/>
          </a:xfrm>
        </p:grpSpPr>
        <p:sp>
          <p:nvSpPr>
            <p:cNvPr id="26" name="Prostokąt 25">
              <a:extLst>
                <a:ext uri="{FF2B5EF4-FFF2-40B4-BE49-F238E27FC236}">
                  <a16:creationId xmlns:a16="http://schemas.microsoft.com/office/drawing/2014/main" id="{275793B0-25EF-87B0-B69F-E8232BD0E258}"/>
                </a:ext>
              </a:extLst>
            </p:cNvPr>
            <p:cNvSpPr/>
            <p:nvPr/>
          </p:nvSpPr>
          <p:spPr>
            <a:xfrm rot="16200000">
              <a:off x="4584730" y="-1462614"/>
              <a:ext cx="2398427" cy="915851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upa 58">
              <a:extLst>
                <a:ext uri="{FF2B5EF4-FFF2-40B4-BE49-F238E27FC236}">
                  <a16:creationId xmlns:a16="http://schemas.microsoft.com/office/drawing/2014/main" id="{7339F31E-F673-4EE5-9BB6-C1145778C281}"/>
                </a:ext>
              </a:extLst>
            </p:cNvPr>
            <p:cNvGrpSpPr/>
            <p:nvPr/>
          </p:nvGrpSpPr>
          <p:grpSpPr>
            <a:xfrm>
              <a:off x="1395989" y="3843658"/>
              <a:ext cx="8757111" cy="957224"/>
              <a:chOff x="1395989" y="3843658"/>
              <a:chExt cx="8757111" cy="957224"/>
            </a:xfrm>
          </p:grpSpPr>
          <p:sp>
            <p:nvSpPr>
              <p:cNvPr id="27" name="Prostokąt: zaokrąglone rogi 26">
                <a:extLst>
                  <a:ext uri="{FF2B5EF4-FFF2-40B4-BE49-F238E27FC236}">
                    <a16:creationId xmlns:a16="http://schemas.microsoft.com/office/drawing/2014/main" id="{BB03E8F1-ED04-C838-88C0-8150D058946B}"/>
                  </a:ext>
                </a:extLst>
              </p:cNvPr>
              <p:cNvSpPr/>
              <p:nvPr/>
            </p:nvSpPr>
            <p:spPr>
              <a:xfrm rot="16200000">
                <a:off x="1156146" y="4083509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GPB0</a:t>
                </a:r>
                <a:endParaRPr lang="en-US" b="1" dirty="0"/>
              </a:p>
            </p:txBody>
          </p:sp>
          <p:sp>
            <p:nvSpPr>
              <p:cNvPr id="28" name="Prostokąt: zaokrąglone rogi 27">
                <a:extLst>
                  <a:ext uri="{FF2B5EF4-FFF2-40B4-BE49-F238E27FC236}">
                    <a16:creationId xmlns:a16="http://schemas.microsoft.com/office/drawing/2014/main" id="{5C7F5403-3592-B833-455D-56B12B6509EE}"/>
                  </a:ext>
                </a:extLst>
              </p:cNvPr>
              <p:cNvSpPr/>
              <p:nvPr/>
            </p:nvSpPr>
            <p:spPr>
              <a:xfrm rot="16200000">
                <a:off x="1785971" y="4083509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GBP1</a:t>
                </a:r>
                <a:endParaRPr lang="en-US" b="1" dirty="0"/>
              </a:p>
            </p:txBody>
          </p:sp>
          <p:sp>
            <p:nvSpPr>
              <p:cNvPr id="39" name="Prostokąt: zaokrąglone rogi 38">
                <a:extLst>
                  <a:ext uri="{FF2B5EF4-FFF2-40B4-BE49-F238E27FC236}">
                    <a16:creationId xmlns:a16="http://schemas.microsoft.com/office/drawing/2014/main" id="{220BE82C-8FA3-1464-E02A-AAC82450E81F}"/>
                  </a:ext>
                </a:extLst>
              </p:cNvPr>
              <p:cNvSpPr/>
              <p:nvPr/>
            </p:nvSpPr>
            <p:spPr>
              <a:xfrm rot="16200000">
                <a:off x="2415795" y="4083508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GPB2</a:t>
                </a:r>
                <a:endParaRPr lang="en-US" b="1" dirty="0"/>
              </a:p>
            </p:txBody>
          </p:sp>
          <p:sp>
            <p:nvSpPr>
              <p:cNvPr id="40" name="Prostokąt: zaokrąglone rogi 39">
                <a:extLst>
                  <a:ext uri="{FF2B5EF4-FFF2-40B4-BE49-F238E27FC236}">
                    <a16:creationId xmlns:a16="http://schemas.microsoft.com/office/drawing/2014/main" id="{FE60D8FF-5A00-7D41-EC53-EB6DE8561C68}"/>
                  </a:ext>
                </a:extLst>
              </p:cNvPr>
              <p:cNvSpPr/>
              <p:nvPr/>
            </p:nvSpPr>
            <p:spPr>
              <a:xfrm rot="16200000">
                <a:off x="3045620" y="4083507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GPB3</a:t>
                </a:r>
                <a:endParaRPr lang="en-US" sz="2400" b="1" dirty="0"/>
              </a:p>
            </p:txBody>
          </p:sp>
          <p:sp>
            <p:nvSpPr>
              <p:cNvPr id="44" name="Prostokąt: zaokrąglone rogi 43">
                <a:extLst>
                  <a:ext uri="{FF2B5EF4-FFF2-40B4-BE49-F238E27FC236}">
                    <a16:creationId xmlns:a16="http://schemas.microsoft.com/office/drawing/2014/main" id="{13E385C2-380C-4ED8-D3A5-2239F958E7D3}"/>
                  </a:ext>
                </a:extLst>
              </p:cNvPr>
              <p:cNvSpPr/>
              <p:nvPr/>
            </p:nvSpPr>
            <p:spPr>
              <a:xfrm rot="16200000">
                <a:off x="3675444" y="4083506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GPB4</a:t>
                </a:r>
                <a:endParaRPr lang="en-US" sz="2400" b="1" dirty="0"/>
              </a:p>
            </p:txBody>
          </p:sp>
          <p:sp>
            <p:nvSpPr>
              <p:cNvPr id="47" name="Prostokąt: zaokrąglone rogi 46">
                <a:extLst>
                  <a:ext uri="{FF2B5EF4-FFF2-40B4-BE49-F238E27FC236}">
                    <a16:creationId xmlns:a16="http://schemas.microsoft.com/office/drawing/2014/main" id="{4833AC27-D53A-A66D-D993-6C44DB1DBA2D}"/>
                  </a:ext>
                </a:extLst>
              </p:cNvPr>
              <p:cNvSpPr/>
              <p:nvPr/>
            </p:nvSpPr>
            <p:spPr>
              <a:xfrm rot="16200000">
                <a:off x="4305268" y="4083505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GPB5</a:t>
                </a:r>
                <a:endParaRPr lang="en-US" sz="2400" b="1" dirty="0"/>
              </a:p>
            </p:txBody>
          </p:sp>
          <p:sp>
            <p:nvSpPr>
              <p:cNvPr id="49" name="Prostokąt: zaokrąglone rogi 48">
                <a:extLst>
                  <a:ext uri="{FF2B5EF4-FFF2-40B4-BE49-F238E27FC236}">
                    <a16:creationId xmlns:a16="http://schemas.microsoft.com/office/drawing/2014/main" id="{7BD3FAD0-84B6-44DC-7262-FA968B6A74DA}"/>
                  </a:ext>
                </a:extLst>
              </p:cNvPr>
              <p:cNvSpPr/>
              <p:nvPr/>
            </p:nvSpPr>
            <p:spPr>
              <a:xfrm rot="16200000">
                <a:off x="4935092" y="4083504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GPB6</a:t>
                </a:r>
                <a:endParaRPr lang="en-US" sz="2400" b="1" dirty="0"/>
              </a:p>
            </p:txBody>
          </p:sp>
          <p:sp>
            <p:nvSpPr>
              <p:cNvPr id="52" name="Prostokąt: zaokrąglone rogi 51">
                <a:extLst>
                  <a:ext uri="{FF2B5EF4-FFF2-40B4-BE49-F238E27FC236}">
                    <a16:creationId xmlns:a16="http://schemas.microsoft.com/office/drawing/2014/main" id="{3D7493DC-89A2-3580-E27C-2E1899C0CA51}"/>
                  </a:ext>
                </a:extLst>
              </p:cNvPr>
              <p:cNvSpPr/>
              <p:nvPr/>
            </p:nvSpPr>
            <p:spPr>
              <a:xfrm rot="16200000">
                <a:off x="5564916" y="4083503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GPB7</a:t>
                </a:r>
                <a:endParaRPr lang="en-US" sz="2400" b="1" dirty="0"/>
              </a:p>
            </p:txBody>
          </p:sp>
          <p:sp>
            <p:nvSpPr>
              <p:cNvPr id="53" name="Prostokąt: zaokrąglone rogi 52">
                <a:extLst>
                  <a:ext uri="{FF2B5EF4-FFF2-40B4-BE49-F238E27FC236}">
                    <a16:creationId xmlns:a16="http://schemas.microsoft.com/office/drawing/2014/main" id="{A3F7DAD6-266D-3B2A-51A5-EE39DBDF0C44}"/>
                  </a:ext>
                </a:extLst>
              </p:cNvPr>
              <p:cNvSpPr/>
              <p:nvPr/>
            </p:nvSpPr>
            <p:spPr>
              <a:xfrm rot="16200000">
                <a:off x="6220915" y="4083503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VDD</a:t>
                </a:r>
                <a:endParaRPr lang="en-US" b="1" dirty="0"/>
              </a:p>
            </p:txBody>
          </p:sp>
          <p:sp>
            <p:nvSpPr>
              <p:cNvPr id="54" name="Prostokąt: zaokrąglone rogi 53">
                <a:extLst>
                  <a:ext uri="{FF2B5EF4-FFF2-40B4-BE49-F238E27FC236}">
                    <a16:creationId xmlns:a16="http://schemas.microsoft.com/office/drawing/2014/main" id="{95D7FFBB-B4BA-6D7F-B470-177F77DE967A}"/>
                  </a:ext>
                </a:extLst>
              </p:cNvPr>
              <p:cNvSpPr/>
              <p:nvPr/>
            </p:nvSpPr>
            <p:spPr>
              <a:xfrm rot="16200000">
                <a:off x="6850740" y="4096344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VSS</a:t>
                </a:r>
                <a:endParaRPr lang="en-US" b="1" dirty="0"/>
              </a:p>
            </p:txBody>
          </p:sp>
          <p:sp>
            <p:nvSpPr>
              <p:cNvPr id="55" name="Prostokąt: zaokrąglone rogi 54">
                <a:extLst>
                  <a:ext uri="{FF2B5EF4-FFF2-40B4-BE49-F238E27FC236}">
                    <a16:creationId xmlns:a16="http://schemas.microsoft.com/office/drawing/2014/main" id="{B36E3B33-87BD-4955-5FE1-56443D7A3000}"/>
                  </a:ext>
                </a:extLst>
              </p:cNvPr>
              <p:cNvSpPr/>
              <p:nvPr/>
            </p:nvSpPr>
            <p:spPr>
              <a:xfrm rot="16200000">
                <a:off x="7506739" y="4083502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NC</a:t>
                </a:r>
                <a:endParaRPr lang="en-US" b="1" dirty="0"/>
              </a:p>
            </p:txBody>
          </p:sp>
          <p:sp>
            <p:nvSpPr>
              <p:cNvPr id="56" name="Prostokąt: zaokrąglone rogi 55">
                <a:extLst>
                  <a:ext uri="{FF2B5EF4-FFF2-40B4-BE49-F238E27FC236}">
                    <a16:creationId xmlns:a16="http://schemas.microsoft.com/office/drawing/2014/main" id="{484891E9-6578-67F7-7E96-3D7DA0D1914A}"/>
                  </a:ext>
                </a:extLst>
              </p:cNvPr>
              <p:cNvSpPr/>
              <p:nvPr/>
            </p:nvSpPr>
            <p:spPr>
              <a:xfrm rot="16200000">
                <a:off x="8162739" y="4083501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SCK</a:t>
                </a:r>
                <a:endParaRPr lang="en-US" b="1" dirty="0"/>
              </a:p>
            </p:txBody>
          </p:sp>
          <p:sp>
            <p:nvSpPr>
              <p:cNvPr id="57" name="Prostokąt: zaokrąglone rogi 56">
                <a:extLst>
                  <a:ext uri="{FF2B5EF4-FFF2-40B4-BE49-F238E27FC236}">
                    <a16:creationId xmlns:a16="http://schemas.microsoft.com/office/drawing/2014/main" id="{836E2E0E-92A1-320A-D79F-01D20EF60F85}"/>
                  </a:ext>
                </a:extLst>
              </p:cNvPr>
              <p:cNvSpPr/>
              <p:nvPr/>
            </p:nvSpPr>
            <p:spPr>
              <a:xfrm rot="16200000">
                <a:off x="8792563" y="4096343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SDA</a:t>
                </a:r>
                <a:endParaRPr lang="en-US" b="1" dirty="0"/>
              </a:p>
            </p:txBody>
          </p:sp>
          <p:sp>
            <p:nvSpPr>
              <p:cNvPr id="58" name="Prostokąt: zaokrąglone rogi 57">
                <a:extLst>
                  <a:ext uri="{FF2B5EF4-FFF2-40B4-BE49-F238E27FC236}">
                    <a16:creationId xmlns:a16="http://schemas.microsoft.com/office/drawing/2014/main" id="{C04652FB-F401-9ADC-2FF1-61F502D6DF9F}"/>
                  </a:ext>
                </a:extLst>
              </p:cNvPr>
              <p:cNvSpPr/>
              <p:nvPr/>
            </p:nvSpPr>
            <p:spPr>
              <a:xfrm rot="16200000">
                <a:off x="9448562" y="4096342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NC</a:t>
                </a:r>
                <a:endParaRPr lang="en-US" b="1" dirty="0"/>
              </a:p>
            </p:txBody>
          </p:sp>
        </p:grpSp>
        <p:grpSp>
          <p:nvGrpSpPr>
            <p:cNvPr id="60" name="Grupa 59">
              <a:extLst>
                <a:ext uri="{FF2B5EF4-FFF2-40B4-BE49-F238E27FC236}">
                  <a16:creationId xmlns:a16="http://schemas.microsoft.com/office/drawing/2014/main" id="{A27ED64B-86FA-8BFA-B775-4E00172FDA11}"/>
                </a:ext>
              </a:extLst>
            </p:cNvPr>
            <p:cNvGrpSpPr/>
            <p:nvPr/>
          </p:nvGrpSpPr>
          <p:grpSpPr>
            <a:xfrm>
              <a:off x="1395988" y="1438817"/>
              <a:ext cx="8757111" cy="957224"/>
              <a:chOff x="1395989" y="3843658"/>
              <a:chExt cx="8757111" cy="957224"/>
            </a:xfrm>
          </p:grpSpPr>
          <p:sp>
            <p:nvSpPr>
              <p:cNvPr id="61" name="Prostokąt: zaokrąglone rogi 60">
                <a:extLst>
                  <a:ext uri="{FF2B5EF4-FFF2-40B4-BE49-F238E27FC236}">
                    <a16:creationId xmlns:a16="http://schemas.microsoft.com/office/drawing/2014/main" id="{89A8A1EC-F591-81B7-5008-FC91083CFE56}"/>
                  </a:ext>
                </a:extLst>
              </p:cNvPr>
              <p:cNvSpPr/>
              <p:nvPr/>
            </p:nvSpPr>
            <p:spPr>
              <a:xfrm rot="16200000">
                <a:off x="1156146" y="4083509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GPA7</a:t>
                </a:r>
                <a:endParaRPr lang="en-US" b="1" dirty="0"/>
              </a:p>
            </p:txBody>
          </p:sp>
          <p:sp>
            <p:nvSpPr>
              <p:cNvPr id="62" name="Prostokąt: zaokrąglone rogi 61">
                <a:extLst>
                  <a:ext uri="{FF2B5EF4-FFF2-40B4-BE49-F238E27FC236}">
                    <a16:creationId xmlns:a16="http://schemas.microsoft.com/office/drawing/2014/main" id="{434A600B-925C-A63A-06A4-B40662F623D9}"/>
                  </a:ext>
                </a:extLst>
              </p:cNvPr>
              <p:cNvSpPr/>
              <p:nvPr/>
            </p:nvSpPr>
            <p:spPr>
              <a:xfrm rot="16200000">
                <a:off x="1785971" y="4083509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GPA6</a:t>
                </a:r>
                <a:endParaRPr lang="en-US" b="1" dirty="0"/>
              </a:p>
            </p:txBody>
          </p:sp>
          <p:sp>
            <p:nvSpPr>
              <p:cNvPr id="63" name="Prostokąt: zaokrąglone rogi 62">
                <a:extLst>
                  <a:ext uri="{FF2B5EF4-FFF2-40B4-BE49-F238E27FC236}">
                    <a16:creationId xmlns:a16="http://schemas.microsoft.com/office/drawing/2014/main" id="{2C252F48-462A-BF8F-5DC8-252B17CF3E6B}"/>
                  </a:ext>
                </a:extLst>
              </p:cNvPr>
              <p:cNvSpPr/>
              <p:nvPr/>
            </p:nvSpPr>
            <p:spPr>
              <a:xfrm rot="16200000">
                <a:off x="2415795" y="4083508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GPA5</a:t>
                </a:r>
                <a:endParaRPr lang="en-US" b="1" dirty="0"/>
              </a:p>
            </p:txBody>
          </p:sp>
          <p:sp>
            <p:nvSpPr>
              <p:cNvPr id="64" name="Prostokąt: zaokrąglone rogi 63">
                <a:extLst>
                  <a:ext uri="{FF2B5EF4-FFF2-40B4-BE49-F238E27FC236}">
                    <a16:creationId xmlns:a16="http://schemas.microsoft.com/office/drawing/2014/main" id="{4719ED76-4B87-2369-61AF-53E2695E1A49}"/>
                  </a:ext>
                </a:extLst>
              </p:cNvPr>
              <p:cNvSpPr/>
              <p:nvPr/>
            </p:nvSpPr>
            <p:spPr>
              <a:xfrm rot="16200000">
                <a:off x="3045620" y="4083507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GPA4</a:t>
                </a:r>
                <a:endParaRPr lang="en-US" b="1" dirty="0"/>
              </a:p>
            </p:txBody>
          </p:sp>
          <p:sp>
            <p:nvSpPr>
              <p:cNvPr id="65" name="Prostokąt: zaokrąglone rogi 64">
                <a:extLst>
                  <a:ext uri="{FF2B5EF4-FFF2-40B4-BE49-F238E27FC236}">
                    <a16:creationId xmlns:a16="http://schemas.microsoft.com/office/drawing/2014/main" id="{47F1CC82-0E17-E2F0-0606-04FEE5B6E23F}"/>
                  </a:ext>
                </a:extLst>
              </p:cNvPr>
              <p:cNvSpPr/>
              <p:nvPr/>
            </p:nvSpPr>
            <p:spPr>
              <a:xfrm rot="16200000">
                <a:off x="3675444" y="4083506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GPA3</a:t>
                </a:r>
                <a:endParaRPr lang="en-US" b="1" dirty="0"/>
              </a:p>
            </p:txBody>
          </p:sp>
          <p:sp>
            <p:nvSpPr>
              <p:cNvPr id="66" name="Prostokąt: zaokrąglone rogi 65">
                <a:extLst>
                  <a:ext uri="{FF2B5EF4-FFF2-40B4-BE49-F238E27FC236}">
                    <a16:creationId xmlns:a16="http://schemas.microsoft.com/office/drawing/2014/main" id="{1A11F910-9DEF-A790-B0CE-786A65C3BD27}"/>
                  </a:ext>
                </a:extLst>
              </p:cNvPr>
              <p:cNvSpPr/>
              <p:nvPr/>
            </p:nvSpPr>
            <p:spPr>
              <a:xfrm rot="16200000">
                <a:off x="4305268" y="4083505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GPA2</a:t>
                </a:r>
                <a:endParaRPr lang="en-US" b="1" dirty="0"/>
              </a:p>
            </p:txBody>
          </p:sp>
          <p:sp>
            <p:nvSpPr>
              <p:cNvPr id="67" name="Prostokąt: zaokrąglone rogi 66">
                <a:extLst>
                  <a:ext uri="{FF2B5EF4-FFF2-40B4-BE49-F238E27FC236}">
                    <a16:creationId xmlns:a16="http://schemas.microsoft.com/office/drawing/2014/main" id="{4B18BF1E-3740-331D-E443-80FC6EC4A19B}"/>
                  </a:ext>
                </a:extLst>
              </p:cNvPr>
              <p:cNvSpPr/>
              <p:nvPr/>
            </p:nvSpPr>
            <p:spPr>
              <a:xfrm rot="16200000">
                <a:off x="4935092" y="4083504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GPA1</a:t>
                </a:r>
                <a:endParaRPr lang="en-US" b="1" dirty="0"/>
              </a:p>
            </p:txBody>
          </p:sp>
          <p:sp>
            <p:nvSpPr>
              <p:cNvPr id="68" name="Prostokąt: zaokrąglone rogi 67">
                <a:extLst>
                  <a:ext uri="{FF2B5EF4-FFF2-40B4-BE49-F238E27FC236}">
                    <a16:creationId xmlns:a16="http://schemas.microsoft.com/office/drawing/2014/main" id="{4E13F30D-604C-AD82-EF70-2AC81925EA32}"/>
                  </a:ext>
                </a:extLst>
              </p:cNvPr>
              <p:cNvSpPr/>
              <p:nvPr/>
            </p:nvSpPr>
            <p:spPr>
              <a:xfrm rot="16200000">
                <a:off x="5564916" y="4083503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GPA0</a:t>
                </a:r>
                <a:endParaRPr lang="en-US" b="1" dirty="0"/>
              </a:p>
            </p:txBody>
          </p:sp>
          <p:sp>
            <p:nvSpPr>
              <p:cNvPr id="69" name="Prostokąt: zaokrąglone rogi 68">
                <a:extLst>
                  <a:ext uri="{FF2B5EF4-FFF2-40B4-BE49-F238E27FC236}">
                    <a16:creationId xmlns:a16="http://schemas.microsoft.com/office/drawing/2014/main" id="{2ECF4BF6-20F1-3084-B52D-E1A6C13972A8}"/>
                  </a:ext>
                </a:extLst>
              </p:cNvPr>
              <p:cNvSpPr/>
              <p:nvPr/>
            </p:nvSpPr>
            <p:spPr>
              <a:xfrm rot="16200000">
                <a:off x="6220915" y="4083503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INTA</a:t>
                </a:r>
                <a:endParaRPr lang="en-US" b="1" dirty="0"/>
              </a:p>
            </p:txBody>
          </p:sp>
          <p:sp>
            <p:nvSpPr>
              <p:cNvPr id="70" name="Prostokąt: zaokrąglone rogi 69">
                <a:extLst>
                  <a:ext uri="{FF2B5EF4-FFF2-40B4-BE49-F238E27FC236}">
                    <a16:creationId xmlns:a16="http://schemas.microsoft.com/office/drawing/2014/main" id="{AC57E78C-8394-5E8B-F573-F139F3450CAC}"/>
                  </a:ext>
                </a:extLst>
              </p:cNvPr>
              <p:cNvSpPr/>
              <p:nvPr/>
            </p:nvSpPr>
            <p:spPr>
              <a:xfrm rot="16200000">
                <a:off x="6850740" y="4096344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INTB</a:t>
                </a:r>
                <a:endParaRPr lang="en-US" b="1" dirty="0"/>
              </a:p>
            </p:txBody>
          </p:sp>
          <p:sp>
            <p:nvSpPr>
              <p:cNvPr id="71" name="Prostokąt: zaokrąglone rogi 70">
                <a:extLst>
                  <a:ext uri="{FF2B5EF4-FFF2-40B4-BE49-F238E27FC236}">
                    <a16:creationId xmlns:a16="http://schemas.microsoft.com/office/drawing/2014/main" id="{AD44058A-E670-43B8-6D60-EEB3DA824751}"/>
                  </a:ext>
                </a:extLst>
              </p:cNvPr>
              <p:cNvSpPr/>
              <p:nvPr/>
            </p:nvSpPr>
            <p:spPr>
              <a:xfrm rot="16200000">
                <a:off x="7506739" y="4083502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72" name="Prostokąt: zaokrąglone rogi 71">
                <a:extLst>
                  <a:ext uri="{FF2B5EF4-FFF2-40B4-BE49-F238E27FC236}">
                    <a16:creationId xmlns:a16="http://schemas.microsoft.com/office/drawing/2014/main" id="{DAF7A4C3-FF40-E484-8EC4-28781CF9A960}"/>
                  </a:ext>
                </a:extLst>
              </p:cNvPr>
              <p:cNvSpPr/>
              <p:nvPr/>
            </p:nvSpPr>
            <p:spPr>
              <a:xfrm rot="16200000">
                <a:off x="8162739" y="4083501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A2</a:t>
                </a:r>
                <a:endParaRPr lang="en-US" b="1" dirty="0"/>
              </a:p>
            </p:txBody>
          </p:sp>
          <p:sp>
            <p:nvSpPr>
              <p:cNvPr id="73" name="Prostokąt: zaokrąglone rogi 72">
                <a:extLst>
                  <a:ext uri="{FF2B5EF4-FFF2-40B4-BE49-F238E27FC236}">
                    <a16:creationId xmlns:a16="http://schemas.microsoft.com/office/drawing/2014/main" id="{DD37B0BF-AF7E-08F3-24AB-EADC44E2C8BC}"/>
                  </a:ext>
                </a:extLst>
              </p:cNvPr>
              <p:cNvSpPr/>
              <p:nvPr/>
            </p:nvSpPr>
            <p:spPr>
              <a:xfrm rot="16200000">
                <a:off x="8792563" y="4096343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A1</a:t>
                </a:r>
                <a:endParaRPr lang="en-US" b="1" dirty="0"/>
              </a:p>
            </p:txBody>
          </p:sp>
          <p:sp>
            <p:nvSpPr>
              <p:cNvPr id="74" name="Prostokąt: zaokrąglone rogi 73">
                <a:extLst>
                  <a:ext uri="{FF2B5EF4-FFF2-40B4-BE49-F238E27FC236}">
                    <a16:creationId xmlns:a16="http://schemas.microsoft.com/office/drawing/2014/main" id="{40C044CE-1165-FCF2-FBA3-0C55EB2243D2}"/>
                  </a:ext>
                </a:extLst>
              </p:cNvPr>
              <p:cNvSpPr/>
              <p:nvPr/>
            </p:nvSpPr>
            <p:spPr>
              <a:xfrm rot="16200000">
                <a:off x="9448562" y="4096342"/>
                <a:ext cx="944381" cy="46469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2400" b="1" dirty="0"/>
                  <a:t>A0</a:t>
                </a:r>
                <a:endParaRPr lang="en-US" b="1" dirty="0"/>
              </a:p>
            </p:txBody>
          </p:sp>
        </p:grpSp>
        <p:sp>
          <p:nvSpPr>
            <p:cNvPr id="75" name="pole tekstowe 74">
              <a:extLst>
                <a:ext uri="{FF2B5EF4-FFF2-40B4-BE49-F238E27FC236}">
                  <a16:creationId xmlns:a16="http://schemas.microsoft.com/office/drawing/2014/main" id="{767CCED0-3A58-2AD1-EE89-A59BFE7FC6B3}"/>
                </a:ext>
              </a:extLst>
            </p:cNvPr>
            <p:cNvSpPr txBox="1"/>
            <p:nvPr/>
          </p:nvSpPr>
          <p:spPr>
            <a:xfrm rot="16200000">
              <a:off x="7407391" y="1574417"/>
              <a:ext cx="1143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>
                  <a:solidFill>
                    <a:schemeClr val="bg1"/>
                  </a:solidFill>
                </a:rPr>
                <a:t>RESET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81" name="Łącznik prosty 80">
              <a:extLst>
                <a:ext uri="{FF2B5EF4-FFF2-40B4-BE49-F238E27FC236}">
                  <a16:creationId xmlns:a16="http://schemas.microsoft.com/office/drawing/2014/main" id="{62C09978-E152-2FA0-64AA-D9E73634F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4601" y="1519238"/>
              <a:ext cx="0" cy="752475"/>
            </a:xfrm>
            <a:prstGeom prst="line">
              <a:avLst/>
            </a:prstGeom>
            <a:ln w="412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Łącznik prosty 83">
              <a:extLst>
                <a:ext uri="{FF2B5EF4-FFF2-40B4-BE49-F238E27FC236}">
                  <a16:creationId xmlns:a16="http://schemas.microsoft.com/office/drawing/2014/main" id="{E5077D24-A272-FBAC-FD2F-8F77DD541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9605" y="1619250"/>
              <a:ext cx="0" cy="590550"/>
            </a:xfrm>
            <a:prstGeom prst="line">
              <a:avLst/>
            </a:prstGeom>
            <a:ln w="412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Łącznik prosty 84">
              <a:extLst>
                <a:ext uri="{FF2B5EF4-FFF2-40B4-BE49-F238E27FC236}">
                  <a16:creationId xmlns:a16="http://schemas.microsoft.com/office/drawing/2014/main" id="{FD782C1B-1D3C-48FB-2BA3-7A7F337EB6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4337" y="1593056"/>
              <a:ext cx="0" cy="595313"/>
            </a:xfrm>
            <a:prstGeom prst="line">
              <a:avLst/>
            </a:prstGeom>
            <a:ln w="412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pole tekstowe 92">
              <a:extLst>
                <a:ext uri="{FF2B5EF4-FFF2-40B4-BE49-F238E27FC236}">
                  <a16:creationId xmlns:a16="http://schemas.microsoft.com/office/drawing/2014/main" id="{B837206A-8A24-E821-68CB-E8931990707D}"/>
                </a:ext>
              </a:extLst>
            </p:cNvPr>
            <p:cNvSpPr txBox="1"/>
            <p:nvPr/>
          </p:nvSpPr>
          <p:spPr>
            <a:xfrm rot="16200000">
              <a:off x="1405982" y="3396328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</a:t>
              </a:r>
              <a:endParaRPr lang="en-US" dirty="0"/>
            </a:p>
          </p:txBody>
        </p:sp>
        <p:sp>
          <p:nvSpPr>
            <p:cNvPr id="94" name="pole tekstowe 93">
              <a:extLst>
                <a:ext uri="{FF2B5EF4-FFF2-40B4-BE49-F238E27FC236}">
                  <a16:creationId xmlns:a16="http://schemas.microsoft.com/office/drawing/2014/main" id="{E22C2451-4803-54CA-B832-E369B02FBD77}"/>
                </a:ext>
              </a:extLst>
            </p:cNvPr>
            <p:cNvSpPr txBox="1"/>
            <p:nvPr/>
          </p:nvSpPr>
          <p:spPr>
            <a:xfrm rot="16200000">
              <a:off x="2046352" y="339632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</a:t>
              </a:r>
              <a:endParaRPr lang="en-US" dirty="0"/>
            </a:p>
          </p:txBody>
        </p:sp>
        <p:sp>
          <p:nvSpPr>
            <p:cNvPr id="95" name="pole tekstowe 94">
              <a:extLst>
                <a:ext uri="{FF2B5EF4-FFF2-40B4-BE49-F238E27FC236}">
                  <a16:creationId xmlns:a16="http://schemas.microsoft.com/office/drawing/2014/main" id="{7DF629D2-108F-78D9-C9EE-F326FEFAEFE1}"/>
                </a:ext>
              </a:extLst>
            </p:cNvPr>
            <p:cNvSpPr txBox="1"/>
            <p:nvPr/>
          </p:nvSpPr>
          <p:spPr>
            <a:xfrm rot="16200000">
              <a:off x="2664635" y="339632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3</a:t>
              </a:r>
              <a:endParaRPr lang="en-US" dirty="0"/>
            </a:p>
          </p:txBody>
        </p:sp>
        <p:sp>
          <p:nvSpPr>
            <p:cNvPr id="96" name="pole tekstowe 95">
              <a:extLst>
                <a:ext uri="{FF2B5EF4-FFF2-40B4-BE49-F238E27FC236}">
                  <a16:creationId xmlns:a16="http://schemas.microsoft.com/office/drawing/2014/main" id="{19C685A0-97CB-0E7A-B67F-E9D890779114}"/>
                </a:ext>
              </a:extLst>
            </p:cNvPr>
            <p:cNvSpPr txBox="1"/>
            <p:nvPr/>
          </p:nvSpPr>
          <p:spPr>
            <a:xfrm rot="16200000">
              <a:off x="3293719" y="339631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4</a:t>
              </a:r>
              <a:endParaRPr lang="en-US" dirty="0"/>
            </a:p>
          </p:txBody>
        </p:sp>
        <p:sp>
          <p:nvSpPr>
            <p:cNvPr id="97" name="pole tekstowe 96">
              <a:extLst>
                <a:ext uri="{FF2B5EF4-FFF2-40B4-BE49-F238E27FC236}">
                  <a16:creationId xmlns:a16="http://schemas.microsoft.com/office/drawing/2014/main" id="{DA1E20F6-0FB8-2F2A-5729-65CB64201784}"/>
                </a:ext>
              </a:extLst>
            </p:cNvPr>
            <p:cNvSpPr txBox="1"/>
            <p:nvPr/>
          </p:nvSpPr>
          <p:spPr>
            <a:xfrm rot="16200000">
              <a:off x="3922733" y="339631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5</a:t>
              </a:r>
              <a:endParaRPr lang="en-US" dirty="0"/>
            </a:p>
          </p:txBody>
        </p:sp>
        <p:sp>
          <p:nvSpPr>
            <p:cNvPr id="98" name="pole tekstowe 97">
              <a:extLst>
                <a:ext uri="{FF2B5EF4-FFF2-40B4-BE49-F238E27FC236}">
                  <a16:creationId xmlns:a16="http://schemas.microsoft.com/office/drawing/2014/main" id="{4C03A168-478C-EA59-8BF1-555FCB63C0B1}"/>
                </a:ext>
              </a:extLst>
            </p:cNvPr>
            <p:cNvSpPr txBox="1"/>
            <p:nvPr/>
          </p:nvSpPr>
          <p:spPr>
            <a:xfrm rot="16200000">
              <a:off x="4551747" y="339631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6</a:t>
              </a:r>
              <a:endParaRPr lang="en-US" dirty="0"/>
            </a:p>
          </p:txBody>
        </p:sp>
        <p:sp>
          <p:nvSpPr>
            <p:cNvPr id="99" name="pole tekstowe 98">
              <a:extLst>
                <a:ext uri="{FF2B5EF4-FFF2-40B4-BE49-F238E27FC236}">
                  <a16:creationId xmlns:a16="http://schemas.microsoft.com/office/drawing/2014/main" id="{6B05E561-B5F5-E8EA-A6BA-CD277043A7E9}"/>
                </a:ext>
              </a:extLst>
            </p:cNvPr>
            <p:cNvSpPr txBox="1"/>
            <p:nvPr/>
          </p:nvSpPr>
          <p:spPr>
            <a:xfrm rot="16200000">
              <a:off x="5181984" y="339631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7</a:t>
              </a:r>
              <a:endParaRPr lang="en-US" dirty="0"/>
            </a:p>
          </p:txBody>
        </p:sp>
        <p:sp>
          <p:nvSpPr>
            <p:cNvPr id="100" name="pole tekstowe 99">
              <a:extLst>
                <a:ext uri="{FF2B5EF4-FFF2-40B4-BE49-F238E27FC236}">
                  <a16:creationId xmlns:a16="http://schemas.microsoft.com/office/drawing/2014/main" id="{41E167E6-F8FB-B5F2-581B-505A64804276}"/>
                </a:ext>
              </a:extLst>
            </p:cNvPr>
            <p:cNvSpPr txBox="1"/>
            <p:nvPr/>
          </p:nvSpPr>
          <p:spPr>
            <a:xfrm rot="16200000">
              <a:off x="5826296" y="339631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8</a:t>
              </a:r>
              <a:endParaRPr lang="en-US" dirty="0"/>
            </a:p>
          </p:txBody>
        </p:sp>
        <p:sp>
          <p:nvSpPr>
            <p:cNvPr id="101" name="pole tekstowe 100">
              <a:extLst>
                <a:ext uri="{FF2B5EF4-FFF2-40B4-BE49-F238E27FC236}">
                  <a16:creationId xmlns:a16="http://schemas.microsoft.com/office/drawing/2014/main" id="{690C2F4E-47A4-B2EF-F531-39B375174D2E}"/>
                </a:ext>
              </a:extLst>
            </p:cNvPr>
            <p:cNvSpPr txBox="1"/>
            <p:nvPr/>
          </p:nvSpPr>
          <p:spPr>
            <a:xfrm rot="16200000">
              <a:off x="6444579" y="3396321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9</a:t>
              </a:r>
              <a:endParaRPr lang="en-US" dirty="0"/>
            </a:p>
          </p:txBody>
        </p:sp>
        <p:sp>
          <p:nvSpPr>
            <p:cNvPr id="102" name="pole tekstowe 101">
              <a:extLst>
                <a:ext uri="{FF2B5EF4-FFF2-40B4-BE49-F238E27FC236}">
                  <a16:creationId xmlns:a16="http://schemas.microsoft.com/office/drawing/2014/main" id="{A983DBF6-EE7D-C271-9A18-056E6A5E0EE6}"/>
                </a:ext>
              </a:extLst>
            </p:cNvPr>
            <p:cNvSpPr txBox="1"/>
            <p:nvPr/>
          </p:nvSpPr>
          <p:spPr>
            <a:xfrm rot="16200000">
              <a:off x="7087458" y="339632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10</a:t>
              </a:r>
              <a:endParaRPr lang="en-US" dirty="0"/>
            </a:p>
          </p:txBody>
        </p:sp>
        <p:sp>
          <p:nvSpPr>
            <p:cNvPr id="103" name="pole tekstowe 102">
              <a:extLst>
                <a:ext uri="{FF2B5EF4-FFF2-40B4-BE49-F238E27FC236}">
                  <a16:creationId xmlns:a16="http://schemas.microsoft.com/office/drawing/2014/main" id="{5E4CF772-69E0-9D75-8997-58283FC0055B}"/>
                </a:ext>
              </a:extLst>
            </p:cNvPr>
            <p:cNvSpPr txBox="1"/>
            <p:nvPr/>
          </p:nvSpPr>
          <p:spPr>
            <a:xfrm rot="16200000">
              <a:off x="7707702" y="3398274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11</a:t>
              </a:r>
              <a:endParaRPr lang="en-US" dirty="0"/>
            </a:p>
          </p:txBody>
        </p:sp>
        <p:sp>
          <p:nvSpPr>
            <p:cNvPr id="105" name="pole tekstowe 104">
              <a:extLst>
                <a:ext uri="{FF2B5EF4-FFF2-40B4-BE49-F238E27FC236}">
                  <a16:creationId xmlns:a16="http://schemas.microsoft.com/office/drawing/2014/main" id="{E33CFE5F-7BF1-3BE9-CE86-9F2D6342123B}"/>
                </a:ext>
              </a:extLst>
            </p:cNvPr>
            <p:cNvSpPr txBox="1"/>
            <p:nvPr/>
          </p:nvSpPr>
          <p:spPr>
            <a:xfrm rot="16200000">
              <a:off x="8412575" y="339631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12</a:t>
              </a:r>
              <a:endParaRPr lang="en-US" dirty="0"/>
            </a:p>
          </p:txBody>
        </p:sp>
        <p:sp>
          <p:nvSpPr>
            <p:cNvPr id="106" name="pole tekstowe 105">
              <a:extLst>
                <a:ext uri="{FF2B5EF4-FFF2-40B4-BE49-F238E27FC236}">
                  <a16:creationId xmlns:a16="http://schemas.microsoft.com/office/drawing/2014/main" id="{DCD4A887-6ED6-8420-B1A6-7B8B4C726DA6}"/>
                </a:ext>
              </a:extLst>
            </p:cNvPr>
            <p:cNvSpPr txBox="1"/>
            <p:nvPr/>
          </p:nvSpPr>
          <p:spPr>
            <a:xfrm rot="16200000">
              <a:off x="9045439" y="3394653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13</a:t>
              </a:r>
              <a:endParaRPr lang="en-US" dirty="0"/>
            </a:p>
          </p:txBody>
        </p:sp>
        <p:sp>
          <p:nvSpPr>
            <p:cNvPr id="107" name="pole tekstowe 106">
              <a:extLst>
                <a:ext uri="{FF2B5EF4-FFF2-40B4-BE49-F238E27FC236}">
                  <a16:creationId xmlns:a16="http://schemas.microsoft.com/office/drawing/2014/main" id="{CA984C92-FF55-B755-9B76-AED541FCDD6A}"/>
                </a:ext>
              </a:extLst>
            </p:cNvPr>
            <p:cNvSpPr txBox="1"/>
            <p:nvPr/>
          </p:nvSpPr>
          <p:spPr>
            <a:xfrm rot="16200000">
              <a:off x="9674453" y="3399216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14</a:t>
              </a:r>
              <a:endParaRPr lang="en-US" dirty="0"/>
            </a:p>
          </p:txBody>
        </p:sp>
        <p:sp>
          <p:nvSpPr>
            <p:cNvPr id="108" name="pole tekstowe 107">
              <a:extLst>
                <a:ext uri="{FF2B5EF4-FFF2-40B4-BE49-F238E27FC236}">
                  <a16:creationId xmlns:a16="http://schemas.microsoft.com/office/drawing/2014/main" id="{CFB4C3AF-8DF7-6675-3041-73B9FED02C30}"/>
                </a:ext>
              </a:extLst>
            </p:cNvPr>
            <p:cNvSpPr txBox="1"/>
            <p:nvPr/>
          </p:nvSpPr>
          <p:spPr>
            <a:xfrm rot="16200000">
              <a:off x="9674453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15</a:t>
              </a:r>
              <a:endParaRPr lang="en-US" dirty="0"/>
            </a:p>
          </p:txBody>
        </p:sp>
        <p:sp>
          <p:nvSpPr>
            <p:cNvPr id="109" name="pole tekstowe 108">
              <a:extLst>
                <a:ext uri="{FF2B5EF4-FFF2-40B4-BE49-F238E27FC236}">
                  <a16:creationId xmlns:a16="http://schemas.microsoft.com/office/drawing/2014/main" id="{BCF18D7B-DC44-FD51-BD91-954F40DEC126}"/>
                </a:ext>
              </a:extLst>
            </p:cNvPr>
            <p:cNvSpPr txBox="1"/>
            <p:nvPr/>
          </p:nvSpPr>
          <p:spPr>
            <a:xfrm rot="16200000">
              <a:off x="9041814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16</a:t>
              </a:r>
              <a:endParaRPr lang="en-US" dirty="0"/>
            </a:p>
          </p:txBody>
        </p:sp>
        <p:sp>
          <p:nvSpPr>
            <p:cNvPr id="110" name="pole tekstowe 109">
              <a:extLst>
                <a:ext uri="{FF2B5EF4-FFF2-40B4-BE49-F238E27FC236}">
                  <a16:creationId xmlns:a16="http://schemas.microsoft.com/office/drawing/2014/main" id="{3F885D01-04BF-30D9-4FBE-159E87361AA1}"/>
                </a:ext>
              </a:extLst>
            </p:cNvPr>
            <p:cNvSpPr txBox="1"/>
            <p:nvPr/>
          </p:nvSpPr>
          <p:spPr>
            <a:xfrm rot="16200000">
              <a:off x="8416186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17</a:t>
              </a:r>
              <a:endParaRPr lang="en-US" dirty="0"/>
            </a:p>
          </p:txBody>
        </p:sp>
        <p:sp>
          <p:nvSpPr>
            <p:cNvPr id="111" name="pole tekstowe 110">
              <a:extLst>
                <a:ext uri="{FF2B5EF4-FFF2-40B4-BE49-F238E27FC236}">
                  <a16:creationId xmlns:a16="http://schemas.microsoft.com/office/drawing/2014/main" id="{4764FAC2-C204-6BBB-2480-2F2FCCCCA7E1}"/>
                </a:ext>
              </a:extLst>
            </p:cNvPr>
            <p:cNvSpPr txBox="1"/>
            <p:nvPr/>
          </p:nvSpPr>
          <p:spPr>
            <a:xfrm rot="16200000">
              <a:off x="7731106" y="2408754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18</a:t>
              </a:r>
              <a:endParaRPr lang="en-US" dirty="0"/>
            </a:p>
          </p:txBody>
        </p:sp>
        <p:sp>
          <p:nvSpPr>
            <p:cNvPr id="112" name="pole tekstowe 111">
              <a:extLst>
                <a:ext uri="{FF2B5EF4-FFF2-40B4-BE49-F238E27FC236}">
                  <a16:creationId xmlns:a16="http://schemas.microsoft.com/office/drawing/2014/main" id="{C7555AB2-772A-08B8-DF8A-1FAFCD33FDC0}"/>
                </a:ext>
              </a:extLst>
            </p:cNvPr>
            <p:cNvSpPr txBox="1"/>
            <p:nvPr/>
          </p:nvSpPr>
          <p:spPr>
            <a:xfrm rot="16200000">
              <a:off x="7081946" y="2408754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19</a:t>
              </a:r>
              <a:endParaRPr lang="en-US" dirty="0"/>
            </a:p>
          </p:txBody>
        </p:sp>
        <p:sp>
          <p:nvSpPr>
            <p:cNvPr id="113" name="pole tekstowe 112">
              <a:extLst>
                <a:ext uri="{FF2B5EF4-FFF2-40B4-BE49-F238E27FC236}">
                  <a16:creationId xmlns:a16="http://schemas.microsoft.com/office/drawing/2014/main" id="{B4BF6185-2704-9D9B-6ADA-70B29B85E1D2}"/>
                </a:ext>
              </a:extLst>
            </p:cNvPr>
            <p:cNvSpPr txBox="1"/>
            <p:nvPr/>
          </p:nvSpPr>
          <p:spPr>
            <a:xfrm rot="16200000">
              <a:off x="6444209" y="2426659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20</a:t>
              </a:r>
              <a:endParaRPr lang="en-US" dirty="0"/>
            </a:p>
          </p:txBody>
        </p:sp>
        <p:sp>
          <p:nvSpPr>
            <p:cNvPr id="114" name="pole tekstowe 113">
              <a:extLst>
                <a:ext uri="{FF2B5EF4-FFF2-40B4-BE49-F238E27FC236}">
                  <a16:creationId xmlns:a16="http://schemas.microsoft.com/office/drawing/2014/main" id="{C6AB9A5D-E7CF-3381-57A2-0BC94677A0B5}"/>
                </a:ext>
              </a:extLst>
            </p:cNvPr>
            <p:cNvSpPr txBox="1"/>
            <p:nvPr/>
          </p:nvSpPr>
          <p:spPr>
            <a:xfrm rot="16200000">
              <a:off x="5799746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21</a:t>
              </a:r>
              <a:endParaRPr lang="en-US" dirty="0"/>
            </a:p>
          </p:txBody>
        </p:sp>
        <p:sp>
          <p:nvSpPr>
            <p:cNvPr id="115" name="pole tekstowe 114">
              <a:extLst>
                <a:ext uri="{FF2B5EF4-FFF2-40B4-BE49-F238E27FC236}">
                  <a16:creationId xmlns:a16="http://schemas.microsoft.com/office/drawing/2014/main" id="{1407EC42-AA09-5E59-4A82-F4C72F816DEF}"/>
                </a:ext>
              </a:extLst>
            </p:cNvPr>
            <p:cNvSpPr txBox="1"/>
            <p:nvPr/>
          </p:nvSpPr>
          <p:spPr>
            <a:xfrm rot="16200000">
              <a:off x="5155283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22</a:t>
              </a:r>
              <a:endParaRPr lang="en-US" dirty="0"/>
            </a:p>
          </p:txBody>
        </p:sp>
        <p:sp>
          <p:nvSpPr>
            <p:cNvPr id="116" name="pole tekstowe 115">
              <a:extLst>
                <a:ext uri="{FF2B5EF4-FFF2-40B4-BE49-F238E27FC236}">
                  <a16:creationId xmlns:a16="http://schemas.microsoft.com/office/drawing/2014/main" id="{E3308A42-0884-F05A-1713-09BCEB29F186}"/>
                </a:ext>
              </a:extLst>
            </p:cNvPr>
            <p:cNvSpPr txBox="1"/>
            <p:nvPr/>
          </p:nvSpPr>
          <p:spPr>
            <a:xfrm rot="16200000">
              <a:off x="4525458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23</a:t>
              </a:r>
              <a:endParaRPr lang="en-US" dirty="0"/>
            </a:p>
          </p:txBody>
        </p:sp>
        <p:sp>
          <p:nvSpPr>
            <p:cNvPr id="117" name="pole tekstowe 116">
              <a:extLst>
                <a:ext uri="{FF2B5EF4-FFF2-40B4-BE49-F238E27FC236}">
                  <a16:creationId xmlns:a16="http://schemas.microsoft.com/office/drawing/2014/main" id="{07508DB7-3C6B-DEA3-0A9A-FD9CAC119741}"/>
                </a:ext>
              </a:extLst>
            </p:cNvPr>
            <p:cNvSpPr txBox="1"/>
            <p:nvPr/>
          </p:nvSpPr>
          <p:spPr>
            <a:xfrm rot="16200000">
              <a:off x="3894598" y="2408754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24</a:t>
              </a:r>
              <a:endParaRPr lang="en-US" dirty="0"/>
            </a:p>
          </p:txBody>
        </p:sp>
        <p:sp>
          <p:nvSpPr>
            <p:cNvPr id="118" name="pole tekstowe 117">
              <a:extLst>
                <a:ext uri="{FF2B5EF4-FFF2-40B4-BE49-F238E27FC236}">
                  <a16:creationId xmlns:a16="http://schemas.microsoft.com/office/drawing/2014/main" id="{7EA7E8C4-9AD3-7763-6620-20F2D19EE6E4}"/>
                </a:ext>
              </a:extLst>
            </p:cNvPr>
            <p:cNvSpPr txBox="1"/>
            <p:nvPr/>
          </p:nvSpPr>
          <p:spPr>
            <a:xfrm rot="16200000">
              <a:off x="3264773" y="2408754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25</a:t>
              </a:r>
              <a:endParaRPr lang="en-US" dirty="0"/>
            </a:p>
          </p:txBody>
        </p:sp>
        <p:sp>
          <p:nvSpPr>
            <p:cNvPr id="119" name="pole tekstowe 118">
              <a:extLst>
                <a:ext uri="{FF2B5EF4-FFF2-40B4-BE49-F238E27FC236}">
                  <a16:creationId xmlns:a16="http://schemas.microsoft.com/office/drawing/2014/main" id="{2C336170-E2EE-543F-23C7-A81C7E88C8BE}"/>
                </a:ext>
              </a:extLst>
            </p:cNvPr>
            <p:cNvSpPr txBox="1"/>
            <p:nvPr/>
          </p:nvSpPr>
          <p:spPr>
            <a:xfrm rot="16200000">
              <a:off x="2634948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26</a:t>
              </a:r>
              <a:endParaRPr lang="en-US" dirty="0"/>
            </a:p>
          </p:txBody>
        </p:sp>
        <p:sp>
          <p:nvSpPr>
            <p:cNvPr id="120" name="pole tekstowe 119">
              <a:extLst>
                <a:ext uri="{FF2B5EF4-FFF2-40B4-BE49-F238E27FC236}">
                  <a16:creationId xmlns:a16="http://schemas.microsoft.com/office/drawing/2014/main" id="{AEF25CD9-CE18-1AAB-1E6C-AA424DC87969}"/>
                </a:ext>
              </a:extLst>
            </p:cNvPr>
            <p:cNvSpPr txBox="1"/>
            <p:nvPr/>
          </p:nvSpPr>
          <p:spPr>
            <a:xfrm rot="16200000">
              <a:off x="2018730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27</a:t>
              </a:r>
              <a:endParaRPr lang="en-US" dirty="0"/>
            </a:p>
          </p:txBody>
        </p:sp>
        <p:sp>
          <p:nvSpPr>
            <p:cNvPr id="121" name="pole tekstowe 120">
              <a:extLst>
                <a:ext uri="{FF2B5EF4-FFF2-40B4-BE49-F238E27FC236}">
                  <a16:creationId xmlns:a16="http://schemas.microsoft.com/office/drawing/2014/main" id="{48DFD8AC-E403-E7E4-9FC1-23EEF29D7BE9}"/>
                </a:ext>
              </a:extLst>
            </p:cNvPr>
            <p:cNvSpPr txBox="1"/>
            <p:nvPr/>
          </p:nvSpPr>
          <p:spPr>
            <a:xfrm rot="16200000">
              <a:off x="1435549" y="2420880"/>
              <a:ext cx="444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28</a:t>
              </a:r>
              <a:endParaRPr lang="en-US" dirty="0"/>
            </a:p>
          </p:txBody>
        </p:sp>
        <p:sp>
          <p:nvSpPr>
            <p:cNvPr id="122" name="pole tekstowe 121">
              <a:extLst>
                <a:ext uri="{FF2B5EF4-FFF2-40B4-BE49-F238E27FC236}">
                  <a16:creationId xmlns:a16="http://schemas.microsoft.com/office/drawing/2014/main" id="{92479343-3B1F-B407-017B-BC6CFD58CF02}"/>
                </a:ext>
              </a:extLst>
            </p:cNvPr>
            <p:cNvSpPr txBox="1"/>
            <p:nvPr/>
          </p:nvSpPr>
          <p:spPr>
            <a:xfrm rot="10800000">
              <a:off x="4187402" y="2827904"/>
              <a:ext cx="27146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4000" b="1" dirty="0"/>
                <a:t>MCP2017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698781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203</Words>
  <Application>Microsoft Office PowerPoint</Application>
  <PresentationFormat>Panoramiczny</PresentationFormat>
  <Paragraphs>194</Paragraphs>
  <Slides>4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Rafał Ryske</dc:creator>
  <cp:lastModifiedBy>Rafał Ryske</cp:lastModifiedBy>
  <cp:revision>25</cp:revision>
  <dcterms:created xsi:type="dcterms:W3CDTF">2026-04-13T09:12:59Z</dcterms:created>
  <dcterms:modified xsi:type="dcterms:W3CDTF">2026-04-17T17:38:14Z</dcterms:modified>
</cp:coreProperties>
</file>