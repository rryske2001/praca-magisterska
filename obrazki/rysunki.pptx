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238" autoAdjust="0"/>
  </p:normalViewPr>
  <p:slideViewPr>
    <p:cSldViewPr snapToGrid="0">
      <p:cViewPr>
        <p:scale>
          <a:sx n="100" d="100"/>
          <a:sy n="100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16DF33-2DBE-4DF4-A6F7-8F4EECB055E3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7BC4DB-F03E-4744-8BB6-43CD09A062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14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7BC4DB-F03E-4744-8BB6-43CD09A0624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817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F1E5759-FFA9-33E6-E0EA-D37CA3A50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8D5C59E-7E3C-0572-FFDE-EABA41CC01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663A93F-F4C9-0159-BC10-E65989772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95A09-29AB-43CF-98BB-398CDC46AB3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02D0CD4-6104-94CD-FE7A-F2DD1AC74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D1CED90-E019-2218-00FF-02E66CCF4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2046-4677-4991-9236-E95D8743E2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705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84755C-C628-B614-D59A-10A783449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2372F00-20C5-EDBC-58F0-C13012A5FE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5C498C0-7A8A-BF4D-0F85-FA330A5FF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95A09-29AB-43CF-98BB-398CDC46AB3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20A3F9B-4E9A-67F7-F5C3-3FC70B794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F58BD85-E5B5-BBBB-0192-DF66471D0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2046-4677-4991-9236-E95D8743E2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995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CB5DA37-5219-5E63-6694-BF0830959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8D42F452-A98E-A5E5-C33B-5D96702D5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DEDA4003-AAAF-E3B2-2C70-D38EF6732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95A09-29AB-43CF-98BB-398CDC46AB3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D9AEBA-90C0-F498-2B09-CAE52AACD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2AEE222-8572-B809-7E43-6B6DF2D51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2046-4677-4991-9236-E95D8743E2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31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CD87BE6-E962-4D6D-6D75-5DFB6B6CF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8088B92-7CFF-55BC-8D54-36D2D14120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16A67B50-6FAC-FB3A-4EDE-AEEE93D403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B9D16031-520F-35AF-72C2-6CF031B10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95A09-29AB-43CF-98BB-398CDC46AB3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50B0A297-C9C6-0240-FD3C-A2C4ED950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6B892A0C-A4CC-0290-21B8-7BB34DDE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2046-4677-4991-9236-E95D8743E2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943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AF56470-7C04-3F70-7CEF-A5E5432E6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22404366-69AA-7E10-09FC-EA1AA2A986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65E92C62-96DE-A579-650C-796AAAC41A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4BB48C8E-FD10-8019-9A1E-E37361E532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B50E7056-F24A-C8E5-6A6C-E97BEDE7BB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FD662367-4ED8-E839-876C-465A2E407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95A09-29AB-43CF-98BB-398CDC46AB3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250B8C87-0BB9-F9E8-3773-631FD32F6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FB386D89-0043-C76B-673F-D0B33F9F5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2046-4677-4991-9236-E95D8743E2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779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3DF51BB-09DA-55C6-52E7-820D18C15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4353CE3B-71EE-6338-6DA3-4C9D07F28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95A09-29AB-43CF-98BB-398CDC46AB3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76DF74F8-49B1-E856-D29C-2F071AA6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6D09C1A8-0BB7-B5C4-FBF4-797E196E8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2046-4677-4991-9236-E95D8743E2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7165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05E952EA-3719-6491-3EB7-68BCE90E6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95A09-29AB-43CF-98BB-398CDC46AB3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9A1CE3E2-CCA1-98DF-A808-8CE2CDC2B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B2D42D47-A17A-F2DF-23AB-53F025353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2046-4677-4991-9236-E95D8743E2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221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BE616AC-FFEB-EE50-C65E-44409408A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AABFB98-085E-2902-C0B9-ED0676E92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6AF196A9-A75C-AF66-9CD2-1E268149BE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46383FFB-B632-A696-2CCC-F3C7B6E98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95A09-29AB-43CF-98BB-398CDC46AB3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02E4E9A-F39F-B5AA-7CA0-8A486A459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DE36A05-FDEF-D00E-35CE-4B688B598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2046-4677-4991-9236-E95D8743E2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738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3109BAD-1578-5550-6410-C939C7525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FDAAD0F4-5ADA-4935-C428-E7B6E838B6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1BE4A222-E349-9221-1715-1A633A260A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1BB1ADAC-CF1E-EC4C-43F2-18E0262EE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95A09-29AB-43CF-98BB-398CDC46AB3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537CFDE-FC81-CC7E-B9ED-1967C93A7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C13E6E98-39A4-A49C-7659-FA8DC44AB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2046-4677-4991-9236-E95D8743E2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55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797EE4-1E33-490C-0521-3CC5A7EA0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1823EB9E-92E3-903A-5312-38AFEB4D19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A3B4214-7090-D4BD-C44B-F4B3DBE85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95A09-29AB-43CF-98BB-398CDC46AB3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5EE9A3A-9768-7623-C258-FFA20E50E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6DFE7E4-8DC9-16B7-3B8C-6DF631420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2046-4677-4991-9236-E95D8743E2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805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EADBE62D-B47A-8383-E7E8-1C80A6C6B7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5BA4F864-5137-64C7-7E00-CF74472B36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BA10D83-6D08-F2A6-755A-095834D30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95A09-29AB-43CF-98BB-398CDC46AB3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6C4EDA07-FA85-21DB-5F37-C236ABF45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DEA133E-1C06-EB27-1610-9AEFBC31C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2046-4677-4991-9236-E95D8743E2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393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54E5D1A1-5983-FB2C-0B79-B09A6279E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6BEDDAF0-605D-7E79-5D39-F8AA4BBA1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C254FD5-FEFC-6BFF-D9F2-E8328372B2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E95A09-29AB-43CF-98BB-398CDC46AB3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25F2E1E-F7EF-C7F1-87D0-F5CD6B1C07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613BF29-C6EB-7B97-D493-8BA5E7E38D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C2046-4677-4991-9236-E95D8743E2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2442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a 1">
            <a:extLst>
              <a:ext uri="{FF2B5EF4-FFF2-40B4-BE49-F238E27FC236}">
                <a16:creationId xmlns:a16="http://schemas.microsoft.com/office/drawing/2014/main" id="{A4C57EDE-F96A-82D5-B758-310F73B3F2BE}"/>
              </a:ext>
            </a:extLst>
          </p:cNvPr>
          <p:cNvGrpSpPr/>
          <p:nvPr/>
        </p:nvGrpSpPr>
        <p:grpSpPr>
          <a:xfrm>
            <a:off x="101759" y="1542990"/>
            <a:ext cx="12028734" cy="3707824"/>
            <a:chOff x="101759" y="1542990"/>
            <a:chExt cx="12028734" cy="3707824"/>
          </a:xfrm>
        </p:grpSpPr>
        <p:grpSp>
          <p:nvGrpSpPr>
            <p:cNvPr id="102" name="Grupa 101">
              <a:extLst>
                <a:ext uri="{FF2B5EF4-FFF2-40B4-BE49-F238E27FC236}">
                  <a16:creationId xmlns:a16="http://schemas.microsoft.com/office/drawing/2014/main" id="{075D6A8E-61C6-A2C2-1A43-1FF9E44E48DD}"/>
                </a:ext>
              </a:extLst>
            </p:cNvPr>
            <p:cNvGrpSpPr/>
            <p:nvPr/>
          </p:nvGrpSpPr>
          <p:grpSpPr>
            <a:xfrm>
              <a:off x="970949" y="3617675"/>
              <a:ext cx="11159544" cy="454828"/>
              <a:chOff x="972456" y="2981847"/>
              <a:chExt cx="11159544" cy="454828"/>
            </a:xfrm>
          </p:grpSpPr>
          <p:cxnSp>
            <p:nvCxnSpPr>
              <p:cNvPr id="5" name="Łącznik prosty 4">
                <a:extLst>
                  <a:ext uri="{FF2B5EF4-FFF2-40B4-BE49-F238E27FC236}">
                    <a16:creationId xmlns:a16="http://schemas.microsoft.com/office/drawing/2014/main" id="{9CD05F31-33F2-FCF7-EAFC-E4BA0FBB5E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2456" y="3424125"/>
                <a:ext cx="856344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Łącznik prosty 8">
                <a:extLst>
                  <a:ext uri="{FF2B5EF4-FFF2-40B4-BE49-F238E27FC236}">
                    <a16:creationId xmlns:a16="http://schemas.microsoft.com/office/drawing/2014/main" id="{DC0E43B7-71E0-D009-5E2A-7A1C4E9682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2456" y="3015343"/>
                <a:ext cx="856344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Łącznik prosty 14">
                <a:extLst>
                  <a:ext uri="{FF2B5EF4-FFF2-40B4-BE49-F238E27FC236}">
                    <a16:creationId xmlns:a16="http://schemas.microsoft.com/office/drawing/2014/main" id="{05D189AE-F4F9-30B6-C8DA-2C530F85999C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">
                <a:off x="1800793" y="3015343"/>
                <a:ext cx="304119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Łącznik prosty 16">
                <a:extLst>
                  <a:ext uri="{FF2B5EF4-FFF2-40B4-BE49-F238E27FC236}">
                    <a16:creationId xmlns:a16="http://schemas.microsoft.com/office/drawing/2014/main" id="{28CEE26E-B224-1ACE-AD30-AE6820CD4AE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00793" y="3222171"/>
                <a:ext cx="152059" cy="208598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Łącznik prosty 23">
                <a:extLst>
                  <a:ext uri="{FF2B5EF4-FFF2-40B4-BE49-F238E27FC236}">
                    <a16:creationId xmlns:a16="http://schemas.microsoft.com/office/drawing/2014/main" id="{1D02CB10-838E-1552-717A-E3BD39E6A3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2000" y="3419996"/>
                <a:ext cx="1378800" cy="5029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Sześciokąt 36">
                <a:extLst>
                  <a:ext uri="{FF2B5EF4-FFF2-40B4-BE49-F238E27FC236}">
                    <a16:creationId xmlns:a16="http://schemas.microsoft.com/office/drawing/2014/main" id="{D3522AAC-A3C5-0EDF-E1B0-ED1F0089BE03}"/>
                  </a:ext>
                </a:extLst>
              </p:cNvPr>
              <p:cNvSpPr/>
              <p:nvPr/>
            </p:nvSpPr>
            <p:spPr>
              <a:xfrm>
                <a:off x="3890268" y="3016153"/>
                <a:ext cx="441097" cy="404656"/>
              </a:xfrm>
              <a:prstGeom prst="hexagon">
                <a:avLst/>
              </a:prstGeom>
              <a:noFill/>
              <a:ln w="5715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l-PL" dirty="0">
                    <a:solidFill>
                      <a:schemeClr val="tx1"/>
                    </a:solidFill>
                  </a:rPr>
                  <a:t>7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5" name="Łącznik prosty 44">
                <a:extLst>
                  <a:ext uri="{FF2B5EF4-FFF2-40B4-BE49-F238E27FC236}">
                    <a16:creationId xmlns:a16="http://schemas.microsoft.com/office/drawing/2014/main" id="{2277E2D9-1672-E8F5-13BD-2672ED612ADE}"/>
                  </a:ext>
                </a:extLst>
              </p:cNvPr>
              <p:cNvCxnSpPr>
                <a:cxnSpLocks/>
                <a:stCxn id="37" idx="2"/>
              </p:cNvCxnSpPr>
              <p:nvPr/>
            </p:nvCxnSpPr>
            <p:spPr>
              <a:xfrm flipH="1" flipV="1">
                <a:off x="3769519" y="2981847"/>
                <a:ext cx="221913" cy="438962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Łącznik prosty 46">
                <a:extLst>
                  <a:ext uri="{FF2B5EF4-FFF2-40B4-BE49-F238E27FC236}">
                    <a16:creationId xmlns:a16="http://schemas.microsoft.com/office/drawing/2014/main" id="{3E97949C-BCE0-0E4C-7793-C2E12392A4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95690" y="3002794"/>
                <a:ext cx="201334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Łącznik prosty 50">
                <a:extLst>
                  <a:ext uri="{FF2B5EF4-FFF2-40B4-BE49-F238E27FC236}">
                    <a16:creationId xmlns:a16="http://schemas.microsoft.com/office/drawing/2014/main" id="{6D6E1826-614A-3AB1-D51E-E3E02724B36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13212" y="2997713"/>
                <a:ext cx="202955" cy="438962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3" name="Grupa 72">
                <a:extLst>
                  <a:ext uri="{FF2B5EF4-FFF2-40B4-BE49-F238E27FC236}">
                    <a16:creationId xmlns:a16="http://schemas.microsoft.com/office/drawing/2014/main" id="{17D4B477-F537-355C-90E6-FFEC30D5FFF9}"/>
                  </a:ext>
                </a:extLst>
              </p:cNvPr>
              <p:cNvGrpSpPr/>
              <p:nvPr/>
            </p:nvGrpSpPr>
            <p:grpSpPr>
              <a:xfrm>
                <a:off x="4352931" y="3007665"/>
                <a:ext cx="3182014" cy="414722"/>
                <a:chOff x="4352931" y="3007665"/>
                <a:chExt cx="3182014" cy="414722"/>
              </a:xfrm>
            </p:grpSpPr>
            <p:sp>
              <p:nvSpPr>
                <p:cNvPr id="38" name="Sześciokąt 37">
                  <a:extLst>
                    <a:ext uri="{FF2B5EF4-FFF2-40B4-BE49-F238E27FC236}">
                      <a16:creationId xmlns:a16="http://schemas.microsoft.com/office/drawing/2014/main" id="{179F5423-56AF-9415-55A9-588E24884649}"/>
                    </a:ext>
                  </a:extLst>
                </p:cNvPr>
                <p:cNvSpPr/>
                <p:nvPr/>
              </p:nvSpPr>
              <p:spPr>
                <a:xfrm>
                  <a:off x="4352931" y="3015343"/>
                  <a:ext cx="441097" cy="404655"/>
                </a:xfrm>
                <a:prstGeom prst="hexagon">
                  <a:avLst/>
                </a:prstGeom>
                <a:noFill/>
                <a:ln w="571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l-PL" dirty="0">
                      <a:solidFill>
                        <a:schemeClr val="tx1"/>
                      </a:solidFill>
                    </a:rPr>
                    <a:t>6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0" name="Sześciokąt 39">
                  <a:extLst>
                    <a:ext uri="{FF2B5EF4-FFF2-40B4-BE49-F238E27FC236}">
                      <a16:creationId xmlns:a16="http://schemas.microsoft.com/office/drawing/2014/main" id="{548A3F2F-6479-1E11-E7C4-13C3228C2219}"/>
                    </a:ext>
                  </a:extLst>
                </p:cNvPr>
                <p:cNvSpPr/>
                <p:nvPr/>
              </p:nvSpPr>
              <p:spPr>
                <a:xfrm>
                  <a:off x="4824427" y="3007668"/>
                  <a:ext cx="441097" cy="412331"/>
                </a:xfrm>
                <a:prstGeom prst="hexagon">
                  <a:avLst/>
                </a:prstGeom>
                <a:noFill/>
                <a:ln w="571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l-PL" dirty="0">
                      <a:solidFill>
                        <a:schemeClr val="tx1"/>
                      </a:solidFill>
                    </a:rPr>
                    <a:t>5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" name="Sześciokąt 40">
                  <a:extLst>
                    <a:ext uri="{FF2B5EF4-FFF2-40B4-BE49-F238E27FC236}">
                      <a16:creationId xmlns:a16="http://schemas.microsoft.com/office/drawing/2014/main" id="{E7364A40-C2A3-DA70-D35E-60C77E964D9A}"/>
                    </a:ext>
                  </a:extLst>
                </p:cNvPr>
                <p:cNvSpPr/>
                <p:nvPr/>
              </p:nvSpPr>
              <p:spPr>
                <a:xfrm>
                  <a:off x="5281315" y="3007668"/>
                  <a:ext cx="441097" cy="412331"/>
                </a:xfrm>
                <a:prstGeom prst="hexagon">
                  <a:avLst/>
                </a:prstGeom>
                <a:noFill/>
                <a:ln w="571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l-PL" dirty="0">
                      <a:solidFill>
                        <a:schemeClr val="tx1"/>
                      </a:solidFill>
                    </a:rPr>
                    <a:t>4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" name="Sześciokąt 41">
                  <a:extLst>
                    <a:ext uri="{FF2B5EF4-FFF2-40B4-BE49-F238E27FC236}">
                      <a16:creationId xmlns:a16="http://schemas.microsoft.com/office/drawing/2014/main" id="{88BC73B3-C38F-9B3C-34C2-D4AFD8A65A65}"/>
                    </a:ext>
                  </a:extLst>
                </p:cNvPr>
                <p:cNvSpPr/>
                <p:nvPr/>
              </p:nvSpPr>
              <p:spPr>
                <a:xfrm>
                  <a:off x="5738203" y="3007668"/>
                  <a:ext cx="441097" cy="412331"/>
                </a:xfrm>
                <a:prstGeom prst="hexagon">
                  <a:avLst/>
                </a:prstGeom>
                <a:noFill/>
                <a:ln w="571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l-PL" dirty="0">
                      <a:solidFill>
                        <a:schemeClr val="tx1"/>
                      </a:solidFill>
                    </a:rPr>
                    <a:t>3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5" name="Sześciokąt 54">
                  <a:extLst>
                    <a:ext uri="{FF2B5EF4-FFF2-40B4-BE49-F238E27FC236}">
                      <a16:creationId xmlns:a16="http://schemas.microsoft.com/office/drawing/2014/main" id="{BD52F039-7AAF-5593-A15F-D67E09EAD60D}"/>
                    </a:ext>
                  </a:extLst>
                </p:cNvPr>
                <p:cNvSpPr/>
                <p:nvPr/>
              </p:nvSpPr>
              <p:spPr>
                <a:xfrm>
                  <a:off x="6195091" y="3010056"/>
                  <a:ext cx="441097" cy="412331"/>
                </a:xfrm>
                <a:prstGeom prst="hexagon">
                  <a:avLst/>
                </a:prstGeom>
                <a:noFill/>
                <a:ln w="571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l-PL" dirty="0">
                      <a:solidFill>
                        <a:schemeClr val="tx1"/>
                      </a:solidFill>
                    </a:rPr>
                    <a:t>2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6" name="Sześciokąt 55">
                  <a:extLst>
                    <a:ext uri="{FF2B5EF4-FFF2-40B4-BE49-F238E27FC236}">
                      <a16:creationId xmlns:a16="http://schemas.microsoft.com/office/drawing/2014/main" id="{51679646-D16B-EA7E-6B9E-0A58D5C05894}"/>
                    </a:ext>
                  </a:extLst>
                </p:cNvPr>
                <p:cNvSpPr/>
                <p:nvPr/>
              </p:nvSpPr>
              <p:spPr>
                <a:xfrm>
                  <a:off x="6650370" y="3007666"/>
                  <a:ext cx="441097" cy="412331"/>
                </a:xfrm>
                <a:prstGeom prst="hexagon">
                  <a:avLst/>
                </a:prstGeom>
                <a:noFill/>
                <a:ln w="571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l-PL" dirty="0">
                      <a:solidFill>
                        <a:schemeClr val="tx1"/>
                      </a:solidFill>
                    </a:rPr>
                    <a:t>1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7" name="Sześciokąt 56">
                  <a:extLst>
                    <a:ext uri="{FF2B5EF4-FFF2-40B4-BE49-F238E27FC236}">
                      <a16:creationId xmlns:a16="http://schemas.microsoft.com/office/drawing/2014/main" id="{73DD3500-B6EC-DB56-410A-269320A5D333}"/>
                    </a:ext>
                  </a:extLst>
                </p:cNvPr>
                <p:cNvSpPr/>
                <p:nvPr/>
              </p:nvSpPr>
              <p:spPr>
                <a:xfrm>
                  <a:off x="7093848" y="3007665"/>
                  <a:ext cx="441097" cy="412331"/>
                </a:xfrm>
                <a:prstGeom prst="hexagon">
                  <a:avLst/>
                </a:prstGeom>
                <a:noFill/>
                <a:ln w="571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l-PL" dirty="0">
                      <a:solidFill>
                        <a:schemeClr val="tx1"/>
                      </a:solidFill>
                    </a:rPr>
                    <a:t>0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74" name="Grupa 73">
                <a:extLst>
                  <a:ext uri="{FF2B5EF4-FFF2-40B4-BE49-F238E27FC236}">
                    <a16:creationId xmlns:a16="http://schemas.microsoft.com/office/drawing/2014/main" id="{9F985D37-AD89-41F0-E0DB-FC54B7E35005}"/>
                  </a:ext>
                </a:extLst>
              </p:cNvPr>
              <p:cNvGrpSpPr/>
              <p:nvPr/>
            </p:nvGrpSpPr>
            <p:grpSpPr>
              <a:xfrm>
                <a:off x="7534945" y="3009600"/>
                <a:ext cx="3182014" cy="414722"/>
                <a:chOff x="4352931" y="3007665"/>
                <a:chExt cx="3182014" cy="414722"/>
              </a:xfrm>
            </p:grpSpPr>
            <p:sp>
              <p:nvSpPr>
                <p:cNvPr id="75" name="Sześciokąt 74">
                  <a:extLst>
                    <a:ext uri="{FF2B5EF4-FFF2-40B4-BE49-F238E27FC236}">
                      <a16:creationId xmlns:a16="http://schemas.microsoft.com/office/drawing/2014/main" id="{D81E65FE-3816-0A1B-45C3-F9D04066B44E}"/>
                    </a:ext>
                  </a:extLst>
                </p:cNvPr>
                <p:cNvSpPr/>
                <p:nvPr/>
              </p:nvSpPr>
              <p:spPr>
                <a:xfrm>
                  <a:off x="4352931" y="3015343"/>
                  <a:ext cx="441097" cy="404655"/>
                </a:xfrm>
                <a:prstGeom prst="hexagon">
                  <a:avLst/>
                </a:prstGeom>
                <a:noFill/>
                <a:ln w="571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6" name="Sześciokąt 75">
                  <a:extLst>
                    <a:ext uri="{FF2B5EF4-FFF2-40B4-BE49-F238E27FC236}">
                      <a16:creationId xmlns:a16="http://schemas.microsoft.com/office/drawing/2014/main" id="{A0FD1438-CAA6-1EFE-209E-FC7D1E9226A0}"/>
                    </a:ext>
                  </a:extLst>
                </p:cNvPr>
                <p:cNvSpPr/>
                <p:nvPr/>
              </p:nvSpPr>
              <p:spPr>
                <a:xfrm>
                  <a:off x="4824427" y="3007668"/>
                  <a:ext cx="441097" cy="412331"/>
                </a:xfrm>
                <a:prstGeom prst="hexagon">
                  <a:avLst/>
                </a:prstGeom>
                <a:noFill/>
                <a:ln w="571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7" name="Sześciokąt 76">
                  <a:extLst>
                    <a:ext uri="{FF2B5EF4-FFF2-40B4-BE49-F238E27FC236}">
                      <a16:creationId xmlns:a16="http://schemas.microsoft.com/office/drawing/2014/main" id="{86C81502-8196-DBC8-51D5-221729C39F12}"/>
                    </a:ext>
                  </a:extLst>
                </p:cNvPr>
                <p:cNvSpPr/>
                <p:nvPr/>
              </p:nvSpPr>
              <p:spPr>
                <a:xfrm>
                  <a:off x="5281315" y="3007668"/>
                  <a:ext cx="441097" cy="412331"/>
                </a:xfrm>
                <a:prstGeom prst="hexagon">
                  <a:avLst/>
                </a:prstGeom>
                <a:noFill/>
                <a:ln w="571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8" name="Sześciokąt 77">
                  <a:extLst>
                    <a:ext uri="{FF2B5EF4-FFF2-40B4-BE49-F238E27FC236}">
                      <a16:creationId xmlns:a16="http://schemas.microsoft.com/office/drawing/2014/main" id="{CB4878E8-43BB-2B18-39E1-9E4798E577E6}"/>
                    </a:ext>
                  </a:extLst>
                </p:cNvPr>
                <p:cNvSpPr/>
                <p:nvPr/>
              </p:nvSpPr>
              <p:spPr>
                <a:xfrm>
                  <a:off x="5738203" y="3007668"/>
                  <a:ext cx="441097" cy="412331"/>
                </a:xfrm>
                <a:prstGeom prst="hexagon">
                  <a:avLst/>
                </a:prstGeom>
                <a:noFill/>
                <a:ln w="571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9" name="Sześciokąt 78">
                  <a:extLst>
                    <a:ext uri="{FF2B5EF4-FFF2-40B4-BE49-F238E27FC236}">
                      <a16:creationId xmlns:a16="http://schemas.microsoft.com/office/drawing/2014/main" id="{7DEA4C8D-34D7-020B-848D-F0C199326636}"/>
                    </a:ext>
                  </a:extLst>
                </p:cNvPr>
                <p:cNvSpPr/>
                <p:nvPr/>
              </p:nvSpPr>
              <p:spPr>
                <a:xfrm>
                  <a:off x="6195091" y="3010056"/>
                  <a:ext cx="441097" cy="412331"/>
                </a:xfrm>
                <a:prstGeom prst="hexagon">
                  <a:avLst/>
                </a:prstGeom>
                <a:noFill/>
                <a:ln w="571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0" name="Sześciokąt 79">
                  <a:extLst>
                    <a:ext uri="{FF2B5EF4-FFF2-40B4-BE49-F238E27FC236}">
                      <a16:creationId xmlns:a16="http://schemas.microsoft.com/office/drawing/2014/main" id="{4478AFE9-532F-C6C1-5D95-56D9D4C55A19}"/>
                    </a:ext>
                  </a:extLst>
                </p:cNvPr>
                <p:cNvSpPr/>
                <p:nvPr/>
              </p:nvSpPr>
              <p:spPr>
                <a:xfrm>
                  <a:off x="6650370" y="3007666"/>
                  <a:ext cx="441097" cy="412331"/>
                </a:xfrm>
                <a:prstGeom prst="hexagon">
                  <a:avLst/>
                </a:prstGeom>
                <a:noFill/>
                <a:ln w="571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1" name="Sześciokąt 80">
                  <a:extLst>
                    <a:ext uri="{FF2B5EF4-FFF2-40B4-BE49-F238E27FC236}">
                      <a16:creationId xmlns:a16="http://schemas.microsoft.com/office/drawing/2014/main" id="{667E9504-C78B-39F7-F67E-1A0A7C6BEF6C}"/>
                    </a:ext>
                  </a:extLst>
                </p:cNvPr>
                <p:cNvSpPr/>
                <p:nvPr/>
              </p:nvSpPr>
              <p:spPr>
                <a:xfrm>
                  <a:off x="7093848" y="3007665"/>
                  <a:ext cx="441097" cy="412331"/>
                </a:xfrm>
                <a:prstGeom prst="hexagon">
                  <a:avLst/>
                </a:prstGeom>
                <a:noFill/>
                <a:ln w="571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l-PL" dirty="0">
                      <a:solidFill>
                        <a:schemeClr val="tx1"/>
                      </a:solidFill>
                    </a:rPr>
                    <a:t>9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83" name="pole tekstowe 82">
                <a:extLst>
                  <a:ext uri="{FF2B5EF4-FFF2-40B4-BE49-F238E27FC236}">
                    <a16:creationId xmlns:a16="http://schemas.microsoft.com/office/drawing/2014/main" id="{1E9CAEFB-C532-529B-BD34-BB4C79ED01E9}"/>
                  </a:ext>
                </a:extLst>
              </p:cNvPr>
              <p:cNvSpPr txBox="1"/>
              <p:nvPr/>
            </p:nvSpPr>
            <p:spPr>
              <a:xfrm>
                <a:off x="7543228" y="3029164"/>
                <a:ext cx="4410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l-PL" dirty="0"/>
                  <a:t>15</a:t>
                </a:r>
                <a:endParaRPr lang="en-US" dirty="0"/>
              </a:p>
            </p:txBody>
          </p:sp>
          <p:sp>
            <p:nvSpPr>
              <p:cNvPr id="84" name="pole tekstowe 83">
                <a:extLst>
                  <a:ext uri="{FF2B5EF4-FFF2-40B4-BE49-F238E27FC236}">
                    <a16:creationId xmlns:a16="http://schemas.microsoft.com/office/drawing/2014/main" id="{ED73A3B9-0D48-F222-29F6-3DB5BEB16688}"/>
                  </a:ext>
                </a:extLst>
              </p:cNvPr>
              <p:cNvSpPr txBox="1"/>
              <p:nvPr/>
            </p:nvSpPr>
            <p:spPr>
              <a:xfrm>
                <a:off x="8007625" y="3029164"/>
                <a:ext cx="4410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l-PL" dirty="0"/>
                  <a:t>14</a:t>
                </a:r>
                <a:endParaRPr lang="en-US" dirty="0"/>
              </a:p>
            </p:txBody>
          </p:sp>
          <p:sp>
            <p:nvSpPr>
              <p:cNvPr id="85" name="pole tekstowe 84">
                <a:extLst>
                  <a:ext uri="{FF2B5EF4-FFF2-40B4-BE49-F238E27FC236}">
                    <a16:creationId xmlns:a16="http://schemas.microsoft.com/office/drawing/2014/main" id="{3AA71704-1947-31B6-0251-6BC48D0C217B}"/>
                  </a:ext>
                </a:extLst>
              </p:cNvPr>
              <p:cNvSpPr txBox="1"/>
              <p:nvPr/>
            </p:nvSpPr>
            <p:spPr>
              <a:xfrm>
                <a:off x="8471186" y="3029164"/>
                <a:ext cx="4410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l-PL" dirty="0"/>
                  <a:t>13</a:t>
                </a:r>
                <a:endParaRPr lang="en-US" dirty="0"/>
              </a:p>
            </p:txBody>
          </p:sp>
          <p:sp>
            <p:nvSpPr>
              <p:cNvPr id="86" name="pole tekstowe 85">
                <a:extLst>
                  <a:ext uri="{FF2B5EF4-FFF2-40B4-BE49-F238E27FC236}">
                    <a16:creationId xmlns:a16="http://schemas.microsoft.com/office/drawing/2014/main" id="{65AE3E8D-CAD7-3AA2-F824-F201AB9642E8}"/>
                  </a:ext>
                </a:extLst>
              </p:cNvPr>
              <p:cNvSpPr txBox="1"/>
              <p:nvPr/>
            </p:nvSpPr>
            <p:spPr>
              <a:xfrm>
                <a:off x="8935205" y="3029164"/>
                <a:ext cx="4410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l-PL" dirty="0"/>
                  <a:t>12</a:t>
                </a:r>
                <a:endParaRPr lang="en-US" dirty="0"/>
              </a:p>
            </p:txBody>
          </p:sp>
          <p:sp>
            <p:nvSpPr>
              <p:cNvPr id="87" name="pole tekstowe 86">
                <a:extLst>
                  <a:ext uri="{FF2B5EF4-FFF2-40B4-BE49-F238E27FC236}">
                    <a16:creationId xmlns:a16="http://schemas.microsoft.com/office/drawing/2014/main" id="{4FC5785B-2EE6-8A99-FBE4-E8F0F977067D}"/>
                  </a:ext>
                </a:extLst>
              </p:cNvPr>
              <p:cNvSpPr txBox="1"/>
              <p:nvPr/>
            </p:nvSpPr>
            <p:spPr>
              <a:xfrm>
                <a:off x="9363270" y="3029164"/>
                <a:ext cx="4410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l-PL" dirty="0"/>
                  <a:t>11</a:t>
                </a:r>
                <a:endParaRPr lang="en-US" dirty="0"/>
              </a:p>
            </p:txBody>
          </p:sp>
          <p:sp>
            <p:nvSpPr>
              <p:cNvPr id="88" name="pole tekstowe 87">
                <a:extLst>
                  <a:ext uri="{FF2B5EF4-FFF2-40B4-BE49-F238E27FC236}">
                    <a16:creationId xmlns:a16="http://schemas.microsoft.com/office/drawing/2014/main" id="{1350F1D2-246B-EABC-AECE-AF0B3DE0A50D}"/>
                  </a:ext>
                </a:extLst>
              </p:cNvPr>
              <p:cNvSpPr txBox="1"/>
              <p:nvPr/>
            </p:nvSpPr>
            <p:spPr>
              <a:xfrm>
                <a:off x="9835949" y="3029164"/>
                <a:ext cx="4410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l-PL" dirty="0"/>
                  <a:t>10</a:t>
                </a:r>
                <a:endParaRPr lang="en-US" dirty="0"/>
              </a:p>
            </p:txBody>
          </p:sp>
          <p:cxnSp>
            <p:nvCxnSpPr>
              <p:cNvPr id="90" name="Łącznik prosty 89">
                <a:extLst>
                  <a:ext uri="{FF2B5EF4-FFF2-40B4-BE49-F238E27FC236}">
                    <a16:creationId xmlns:a16="http://schemas.microsoft.com/office/drawing/2014/main" id="{9D004B68-5F41-3115-5671-22BAE4BA5E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1068023" y="2988991"/>
                <a:ext cx="221913" cy="438962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Łącznik prosty 90">
                <a:extLst>
                  <a:ext uri="{FF2B5EF4-FFF2-40B4-BE49-F238E27FC236}">
                    <a16:creationId xmlns:a16="http://schemas.microsoft.com/office/drawing/2014/main" id="{9B513147-A4C9-2313-6E92-AE8F7E6788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077502" y="2993812"/>
                <a:ext cx="195255" cy="415521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Łącznik prosty 91">
                <a:extLst>
                  <a:ext uri="{FF2B5EF4-FFF2-40B4-BE49-F238E27FC236}">
                    <a16:creationId xmlns:a16="http://schemas.microsoft.com/office/drawing/2014/main" id="{80DF2E38-12C4-E5EE-6080-8D69B8463D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50532" y="3002306"/>
                <a:ext cx="881468" cy="182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Łącznik prosty 96">
                <a:extLst>
                  <a:ext uri="{FF2B5EF4-FFF2-40B4-BE49-F238E27FC236}">
                    <a16:creationId xmlns:a16="http://schemas.microsoft.com/office/drawing/2014/main" id="{28B33D85-E17A-EC06-FCBD-E550208FE0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67800" y="3414638"/>
                <a:ext cx="863795" cy="4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4" name="Łącznik prosty 103">
              <a:extLst>
                <a:ext uri="{FF2B5EF4-FFF2-40B4-BE49-F238E27FC236}">
                  <a16:creationId xmlns:a16="http://schemas.microsoft.com/office/drawing/2014/main" id="{2D62AE94-BC93-294C-08EE-0E3415CF7211}"/>
                </a:ext>
              </a:extLst>
            </p:cNvPr>
            <p:cNvCxnSpPr>
              <a:cxnSpLocks/>
            </p:cNvCxnSpPr>
            <p:nvPr/>
          </p:nvCxnSpPr>
          <p:spPr>
            <a:xfrm>
              <a:off x="972456" y="2756519"/>
              <a:ext cx="1205652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4" name="Grupa 183">
              <a:extLst>
                <a:ext uri="{FF2B5EF4-FFF2-40B4-BE49-F238E27FC236}">
                  <a16:creationId xmlns:a16="http://schemas.microsoft.com/office/drawing/2014/main" id="{88F10CBA-9160-D306-6490-AF2F3EA87775}"/>
                </a:ext>
              </a:extLst>
            </p:cNvPr>
            <p:cNvGrpSpPr/>
            <p:nvPr/>
          </p:nvGrpSpPr>
          <p:grpSpPr>
            <a:xfrm>
              <a:off x="4447838" y="2372903"/>
              <a:ext cx="463175" cy="413657"/>
              <a:chOff x="2171105" y="2372903"/>
              <a:chExt cx="463175" cy="413657"/>
            </a:xfrm>
          </p:grpSpPr>
          <p:cxnSp>
            <p:nvCxnSpPr>
              <p:cNvPr id="185" name="Łącznik prosty 184">
                <a:extLst>
                  <a:ext uri="{FF2B5EF4-FFF2-40B4-BE49-F238E27FC236}">
                    <a16:creationId xmlns:a16="http://schemas.microsoft.com/office/drawing/2014/main" id="{7DBADFC8-6565-E078-BD52-BBC32745EC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1105" y="2401478"/>
                <a:ext cx="242961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Łącznik prosty 185">
                <a:extLst>
                  <a:ext uri="{FF2B5EF4-FFF2-40B4-BE49-F238E27FC236}">
                    <a16:creationId xmlns:a16="http://schemas.microsoft.com/office/drawing/2014/main" id="{04CADCD8-FD7E-6FE4-EE6E-F3FCCDB9E61F}"/>
                  </a:ext>
                </a:extLst>
              </p:cNvPr>
              <p:cNvCxnSpPr/>
              <p:nvPr/>
            </p:nvCxnSpPr>
            <p:spPr>
              <a:xfrm>
                <a:off x="24140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Łącznik prosty 186">
                <a:extLst>
                  <a:ext uri="{FF2B5EF4-FFF2-40B4-BE49-F238E27FC236}">
                    <a16:creationId xmlns:a16="http://schemas.microsoft.com/office/drawing/2014/main" id="{BB0F386E-FC71-277E-FFF4-4A10A2459FAC}"/>
                  </a:ext>
                </a:extLst>
              </p:cNvPr>
              <p:cNvCxnSpPr/>
              <p:nvPr/>
            </p:nvCxnSpPr>
            <p:spPr>
              <a:xfrm>
                <a:off x="2634280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Łącznik prosty 187">
                <a:extLst>
                  <a:ext uri="{FF2B5EF4-FFF2-40B4-BE49-F238E27FC236}">
                    <a16:creationId xmlns:a16="http://schemas.microsoft.com/office/drawing/2014/main" id="{211696D9-F63E-796F-1F51-4DC57E3297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0038" y="2756519"/>
                <a:ext cx="244242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9" name="Grupa 188">
              <a:extLst>
                <a:ext uri="{FF2B5EF4-FFF2-40B4-BE49-F238E27FC236}">
                  <a16:creationId xmlns:a16="http://schemas.microsoft.com/office/drawing/2014/main" id="{3AB44A79-896D-8C29-E052-AE40C310FB2E}"/>
                </a:ext>
              </a:extLst>
            </p:cNvPr>
            <p:cNvGrpSpPr/>
            <p:nvPr/>
          </p:nvGrpSpPr>
          <p:grpSpPr>
            <a:xfrm>
              <a:off x="4911012" y="2372903"/>
              <a:ext cx="463175" cy="413657"/>
              <a:chOff x="2171105" y="2372903"/>
              <a:chExt cx="463175" cy="413657"/>
            </a:xfrm>
          </p:grpSpPr>
          <p:cxnSp>
            <p:nvCxnSpPr>
              <p:cNvPr id="190" name="Łącznik prosty 189">
                <a:extLst>
                  <a:ext uri="{FF2B5EF4-FFF2-40B4-BE49-F238E27FC236}">
                    <a16:creationId xmlns:a16="http://schemas.microsoft.com/office/drawing/2014/main" id="{1AFD3B55-FAA6-A692-ED1C-A7B34F482D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1105" y="2401478"/>
                <a:ext cx="242961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Łącznik prosty 190">
                <a:extLst>
                  <a:ext uri="{FF2B5EF4-FFF2-40B4-BE49-F238E27FC236}">
                    <a16:creationId xmlns:a16="http://schemas.microsoft.com/office/drawing/2014/main" id="{5564C87A-258F-6F1B-DD68-C61B1B78C6F7}"/>
                  </a:ext>
                </a:extLst>
              </p:cNvPr>
              <p:cNvCxnSpPr/>
              <p:nvPr/>
            </p:nvCxnSpPr>
            <p:spPr>
              <a:xfrm>
                <a:off x="24140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Łącznik prosty 191">
                <a:extLst>
                  <a:ext uri="{FF2B5EF4-FFF2-40B4-BE49-F238E27FC236}">
                    <a16:creationId xmlns:a16="http://schemas.microsoft.com/office/drawing/2014/main" id="{D36893C9-13BD-45AF-2AD6-7E643643258E}"/>
                  </a:ext>
                </a:extLst>
              </p:cNvPr>
              <p:cNvCxnSpPr/>
              <p:nvPr/>
            </p:nvCxnSpPr>
            <p:spPr>
              <a:xfrm>
                <a:off x="2634280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Łącznik prosty 192">
                <a:extLst>
                  <a:ext uri="{FF2B5EF4-FFF2-40B4-BE49-F238E27FC236}">
                    <a16:creationId xmlns:a16="http://schemas.microsoft.com/office/drawing/2014/main" id="{DBB617D9-8B70-FFA5-AB2B-6CAD47E398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0038" y="2756519"/>
                <a:ext cx="244242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4" name="Grupa 193">
              <a:extLst>
                <a:ext uri="{FF2B5EF4-FFF2-40B4-BE49-F238E27FC236}">
                  <a16:creationId xmlns:a16="http://schemas.microsoft.com/office/drawing/2014/main" id="{E6901729-6A79-3E15-4EB8-1D54CA3860F5}"/>
                </a:ext>
              </a:extLst>
            </p:cNvPr>
            <p:cNvGrpSpPr/>
            <p:nvPr/>
          </p:nvGrpSpPr>
          <p:grpSpPr>
            <a:xfrm>
              <a:off x="5350900" y="2372903"/>
              <a:ext cx="463175" cy="413657"/>
              <a:chOff x="2171105" y="2372903"/>
              <a:chExt cx="463175" cy="413657"/>
            </a:xfrm>
          </p:grpSpPr>
          <p:cxnSp>
            <p:nvCxnSpPr>
              <p:cNvPr id="195" name="Łącznik prosty 194">
                <a:extLst>
                  <a:ext uri="{FF2B5EF4-FFF2-40B4-BE49-F238E27FC236}">
                    <a16:creationId xmlns:a16="http://schemas.microsoft.com/office/drawing/2014/main" id="{68DC3387-A470-7E38-5092-D5CC78FBC6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1105" y="2401478"/>
                <a:ext cx="242961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Łącznik prosty 195">
                <a:extLst>
                  <a:ext uri="{FF2B5EF4-FFF2-40B4-BE49-F238E27FC236}">
                    <a16:creationId xmlns:a16="http://schemas.microsoft.com/office/drawing/2014/main" id="{6FE8E5A0-8729-C851-4F41-C58C3217DC7E}"/>
                  </a:ext>
                </a:extLst>
              </p:cNvPr>
              <p:cNvCxnSpPr/>
              <p:nvPr/>
            </p:nvCxnSpPr>
            <p:spPr>
              <a:xfrm>
                <a:off x="24140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Łącznik prosty 196">
                <a:extLst>
                  <a:ext uri="{FF2B5EF4-FFF2-40B4-BE49-F238E27FC236}">
                    <a16:creationId xmlns:a16="http://schemas.microsoft.com/office/drawing/2014/main" id="{114A6A5A-3F41-3A0F-DBD5-4043A3B62719}"/>
                  </a:ext>
                </a:extLst>
              </p:cNvPr>
              <p:cNvCxnSpPr/>
              <p:nvPr/>
            </p:nvCxnSpPr>
            <p:spPr>
              <a:xfrm>
                <a:off x="2634280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Łącznik prosty 197">
                <a:extLst>
                  <a:ext uri="{FF2B5EF4-FFF2-40B4-BE49-F238E27FC236}">
                    <a16:creationId xmlns:a16="http://schemas.microsoft.com/office/drawing/2014/main" id="{545F6F1A-C33D-7AFA-9769-6421CF1CB6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0038" y="2756519"/>
                <a:ext cx="244242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9" name="Łącznik prosty 198">
              <a:extLst>
                <a:ext uri="{FF2B5EF4-FFF2-40B4-BE49-F238E27FC236}">
                  <a16:creationId xmlns:a16="http://schemas.microsoft.com/office/drawing/2014/main" id="{8FA64D2F-54E7-FA7A-C359-4E6404E2135E}"/>
                </a:ext>
              </a:extLst>
            </p:cNvPr>
            <p:cNvCxnSpPr>
              <a:cxnSpLocks/>
            </p:cNvCxnSpPr>
            <p:nvPr/>
          </p:nvCxnSpPr>
          <p:spPr>
            <a:xfrm>
              <a:off x="5813534" y="2365847"/>
              <a:ext cx="0" cy="413657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0" name="Grupa 199">
              <a:extLst>
                <a:ext uri="{FF2B5EF4-FFF2-40B4-BE49-F238E27FC236}">
                  <a16:creationId xmlns:a16="http://schemas.microsoft.com/office/drawing/2014/main" id="{AFF2B520-0720-7AC7-A523-64F6A6569DF9}"/>
                </a:ext>
              </a:extLst>
            </p:cNvPr>
            <p:cNvGrpSpPr/>
            <p:nvPr/>
          </p:nvGrpSpPr>
          <p:grpSpPr>
            <a:xfrm>
              <a:off x="5799173" y="2365847"/>
              <a:ext cx="463175" cy="413657"/>
              <a:chOff x="2171105" y="2372903"/>
              <a:chExt cx="463175" cy="413657"/>
            </a:xfrm>
          </p:grpSpPr>
          <p:cxnSp>
            <p:nvCxnSpPr>
              <p:cNvPr id="201" name="Łącznik prosty 200">
                <a:extLst>
                  <a:ext uri="{FF2B5EF4-FFF2-40B4-BE49-F238E27FC236}">
                    <a16:creationId xmlns:a16="http://schemas.microsoft.com/office/drawing/2014/main" id="{60769C75-679C-AC6F-9C2C-16E8208090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1105" y="2401478"/>
                <a:ext cx="242961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Łącznik prosty 201">
                <a:extLst>
                  <a:ext uri="{FF2B5EF4-FFF2-40B4-BE49-F238E27FC236}">
                    <a16:creationId xmlns:a16="http://schemas.microsoft.com/office/drawing/2014/main" id="{2338E74A-5C09-C7DA-EE91-54E8CF833E91}"/>
                  </a:ext>
                </a:extLst>
              </p:cNvPr>
              <p:cNvCxnSpPr/>
              <p:nvPr/>
            </p:nvCxnSpPr>
            <p:spPr>
              <a:xfrm>
                <a:off x="24140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Łącznik prosty 202">
                <a:extLst>
                  <a:ext uri="{FF2B5EF4-FFF2-40B4-BE49-F238E27FC236}">
                    <a16:creationId xmlns:a16="http://schemas.microsoft.com/office/drawing/2014/main" id="{1F615AC0-040D-67A2-48A0-E3CEB836122F}"/>
                  </a:ext>
                </a:extLst>
              </p:cNvPr>
              <p:cNvCxnSpPr/>
              <p:nvPr/>
            </p:nvCxnSpPr>
            <p:spPr>
              <a:xfrm>
                <a:off x="2634280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Łącznik prosty 203">
                <a:extLst>
                  <a:ext uri="{FF2B5EF4-FFF2-40B4-BE49-F238E27FC236}">
                    <a16:creationId xmlns:a16="http://schemas.microsoft.com/office/drawing/2014/main" id="{8F59F5DF-FA09-F0D6-82F1-2A8AFEAB99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0038" y="2756519"/>
                <a:ext cx="244242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5" name="Grupa 204">
              <a:extLst>
                <a:ext uri="{FF2B5EF4-FFF2-40B4-BE49-F238E27FC236}">
                  <a16:creationId xmlns:a16="http://schemas.microsoft.com/office/drawing/2014/main" id="{378FE63F-CBAE-1FDA-521C-A53D6E3BC354}"/>
                </a:ext>
              </a:extLst>
            </p:cNvPr>
            <p:cNvGrpSpPr/>
            <p:nvPr/>
          </p:nvGrpSpPr>
          <p:grpSpPr>
            <a:xfrm>
              <a:off x="6257063" y="2365847"/>
              <a:ext cx="463175" cy="413657"/>
              <a:chOff x="2171105" y="2372903"/>
              <a:chExt cx="463175" cy="413657"/>
            </a:xfrm>
          </p:grpSpPr>
          <p:cxnSp>
            <p:nvCxnSpPr>
              <p:cNvPr id="206" name="Łącznik prosty 205">
                <a:extLst>
                  <a:ext uri="{FF2B5EF4-FFF2-40B4-BE49-F238E27FC236}">
                    <a16:creationId xmlns:a16="http://schemas.microsoft.com/office/drawing/2014/main" id="{BBDA145F-1FE0-2C85-8A46-9BB68C88BD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1105" y="2401478"/>
                <a:ext cx="242961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Łącznik prosty 206">
                <a:extLst>
                  <a:ext uri="{FF2B5EF4-FFF2-40B4-BE49-F238E27FC236}">
                    <a16:creationId xmlns:a16="http://schemas.microsoft.com/office/drawing/2014/main" id="{B06E5CB4-ACCF-EF6E-6C8D-EEC3B0F385DB}"/>
                  </a:ext>
                </a:extLst>
              </p:cNvPr>
              <p:cNvCxnSpPr/>
              <p:nvPr/>
            </p:nvCxnSpPr>
            <p:spPr>
              <a:xfrm>
                <a:off x="24140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Łącznik prosty 207">
                <a:extLst>
                  <a:ext uri="{FF2B5EF4-FFF2-40B4-BE49-F238E27FC236}">
                    <a16:creationId xmlns:a16="http://schemas.microsoft.com/office/drawing/2014/main" id="{0DF2B4A6-576A-47E8-568E-3A1487BAA8AA}"/>
                  </a:ext>
                </a:extLst>
              </p:cNvPr>
              <p:cNvCxnSpPr/>
              <p:nvPr/>
            </p:nvCxnSpPr>
            <p:spPr>
              <a:xfrm>
                <a:off x="2634280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9" name="Łącznik prosty 208">
                <a:extLst>
                  <a:ext uri="{FF2B5EF4-FFF2-40B4-BE49-F238E27FC236}">
                    <a16:creationId xmlns:a16="http://schemas.microsoft.com/office/drawing/2014/main" id="{5B24AC4D-DEFB-D58F-D6AF-9FA5C624DF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0038" y="2756519"/>
                <a:ext cx="244242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0" name="Grupa 209">
              <a:extLst>
                <a:ext uri="{FF2B5EF4-FFF2-40B4-BE49-F238E27FC236}">
                  <a16:creationId xmlns:a16="http://schemas.microsoft.com/office/drawing/2014/main" id="{859C5EE7-D0A8-6784-2468-C3D1355D2804}"/>
                </a:ext>
              </a:extLst>
            </p:cNvPr>
            <p:cNvGrpSpPr/>
            <p:nvPr/>
          </p:nvGrpSpPr>
          <p:grpSpPr>
            <a:xfrm>
              <a:off x="6720237" y="2365847"/>
              <a:ext cx="463175" cy="413657"/>
              <a:chOff x="2171105" y="2372903"/>
              <a:chExt cx="463175" cy="413657"/>
            </a:xfrm>
          </p:grpSpPr>
          <p:cxnSp>
            <p:nvCxnSpPr>
              <p:cNvPr id="211" name="Łącznik prosty 210">
                <a:extLst>
                  <a:ext uri="{FF2B5EF4-FFF2-40B4-BE49-F238E27FC236}">
                    <a16:creationId xmlns:a16="http://schemas.microsoft.com/office/drawing/2014/main" id="{C7BC3C0A-764B-2EC6-F785-9E8563FFBE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1105" y="2401478"/>
                <a:ext cx="242961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Łącznik prosty 211">
                <a:extLst>
                  <a:ext uri="{FF2B5EF4-FFF2-40B4-BE49-F238E27FC236}">
                    <a16:creationId xmlns:a16="http://schemas.microsoft.com/office/drawing/2014/main" id="{BE8ACA57-7E8F-4930-D21F-177EB92A510D}"/>
                  </a:ext>
                </a:extLst>
              </p:cNvPr>
              <p:cNvCxnSpPr/>
              <p:nvPr/>
            </p:nvCxnSpPr>
            <p:spPr>
              <a:xfrm>
                <a:off x="24140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Łącznik prosty 212">
                <a:extLst>
                  <a:ext uri="{FF2B5EF4-FFF2-40B4-BE49-F238E27FC236}">
                    <a16:creationId xmlns:a16="http://schemas.microsoft.com/office/drawing/2014/main" id="{54ADA700-CF5A-3F17-B937-BB164FDDC382}"/>
                  </a:ext>
                </a:extLst>
              </p:cNvPr>
              <p:cNvCxnSpPr/>
              <p:nvPr/>
            </p:nvCxnSpPr>
            <p:spPr>
              <a:xfrm>
                <a:off x="2634280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Łącznik prosty 213">
                <a:extLst>
                  <a:ext uri="{FF2B5EF4-FFF2-40B4-BE49-F238E27FC236}">
                    <a16:creationId xmlns:a16="http://schemas.microsoft.com/office/drawing/2014/main" id="{824B60EC-86B6-5DEF-99A5-0AE365430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0038" y="2756519"/>
                <a:ext cx="244242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5" name="Grupa 214">
              <a:extLst>
                <a:ext uri="{FF2B5EF4-FFF2-40B4-BE49-F238E27FC236}">
                  <a16:creationId xmlns:a16="http://schemas.microsoft.com/office/drawing/2014/main" id="{677F8FC3-11C9-2F46-7DB3-5087048FC869}"/>
                </a:ext>
              </a:extLst>
            </p:cNvPr>
            <p:cNvGrpSpPr/>
            <p:nvPr/>
          </p:nvGrpSpPr>
          <p:grpSpPr>
            <a:xfrm>
              <a:off x="7160125" y="2365847"/>
              <a:ext cx="463175" cy="413657"/>
              <a:chOff x="2171105" y="2372903"/>
              <a:chExt cx="463175" cy="413657"/>
            </a:xfrm>
          </p:grpSpPr>
          <p:cxnSp>
            <p:nvCxnSpPr>
              <p:cNvPr id="216" name="Łącznik prosty 215">
                <a:extLst>
                  <a:ext uri="{FF2B5EF4-FFF2-40B4-BE49-F238E27FC236}">
                    <a16:creationId xmlns:a16="http://schemas.microsoft.com/office/drawing/2014/main" id="{203412A5-4052-F5B4-B301-1FD822A811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1105" y="2401478"/>
                <a:ext cx="242961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Łącznik prosty 216">
                <a:extLst>
                  <a:ext uri="{FF2B5EF4-FFF2-40B4-BE49-F238E27FC236}">
                    <a16:creationId xmlns:a16="http://schemas.microsoft.com/office/drawing/2014/main" id="{5D41AB67-C157-A2D8-BEF0-34E91ABA4F56}"/>
                  </a:ext>
                </a:extLst>
              </p:cNvPr>
              <p:cNvCxnSpPr/>
              <p:nvPr/>
            </p:nvCxnSpPr>
            <p:spPr>
              <a:xfrm>
                <a:off x="24140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Łącznik prosty 217">
                <a:extLst>
                  <a:ext uri="{FF2B5EF4-FFF2-40B4-BE49-F238E27FC236}">
                    <a16:creationId xmlns:a16="http://schemas.microsoft.com/office/drawing/2014/main" id="{78352958-1335-166F-C389-8F10C23D4397}"/>
                  </a:ext>
                </a:extLst>
              </p:cNvPr>
              <p:cNvCxnSpPr/>
              <p:nvPr/>
            </p:nvCxnSpPr>
            <p:spPr>
              <a:xfrm>
                <a:off x="2634280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Łącznik prosty 218">
                <a:extLst>
                  <a:ext uri="{FF2B5EF4-FFF2-40B4-BE49-F238E27FC236}">
                    <a16:creationId xmlns:a16="http://schemas.microsoft.com/office/drawing/2014/main" id="{0F03DF65-7E99-39EA-038C-5070371BDC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0038" y="2756519"/>
                <a:ext cx="244242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20" name="Łącznik prosty 219">
              <a:extLst>
                <a:ext uri="{FF2B5EF4-FFF2-40B4-BE49-F238E27FC236}">
                  <a16:creationId xmlns:a16="http://schemas.microsoft.com/office/drawing/2014/main" id="{E0E9D86C-83E8-CF78-7807-B48866C1298F}"/>
                </a:ext>
              </a:extLst>
            </p:cNvPr>
            <p:cNvCxnSpPr>
              <a:cxnSpLocks/>
            </p:cNvCxnSpPr>
            <p:nvPr/>
          </p:nvCxnSpPr>
          <p:spPr>
            <a:xfrm>
              <a:off x="7622758" y="2365228"/>
              <a:ext cx="0" cy="413657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1" name="Grupa 220">
              <a:extLst>
                <a:ext uri="{FF2B5EF4-FFF2-40B4-BE49-F238E27FC236}">
                  <a16:creationId xmlns:a16="http://schemas.microsoft.com/office/drawing/2014/main" id="{363084ED-52E6-B62B-5B7C-8CAD90D77F86}"/>
                </a:ext>
              </a:extLst>
            </p:cNvPr>
            <p:cNvGrpSpPr/>
            <p:nvPr/>
          </p:nvGrpSpPr>
          <p:grpSpPr>
            <a:xfrm>
              <a:off x="7608397" y="2365228"/>
              <a:ext cx="463175" cy="413657"/>
              <a:chOff x="2171105" y="2372903"/>
              <a:chExt cx="463175" cy="413657"/>
            </a:xfrm>
          </p:grpSpPr>
          <p:cxnSp>
            <p:nvCxnSpPr>
              <p:cNvPr id="222" name="Łącznik prosty 221">
                <a:extLst>
                  <a:ext uri="{FF2B5EF4-FFF2-40B4-BE49-F238E27FC236}">
                    <a16:creationId xmlns:a16="http://schemas.microsoft.com/office/drawing/2014/main" id="{F61E448F-1D0B-DCB1-45BB-C1BDFD7DF2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1105" y="2401478"/>
                <a:ext cx="242961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Łącznik prosty 222">
                <a:extLst>
                  <a:ext uri="{FF2B5EF4-FFF2-40B4-BE49-F238E27FC236}">
                    <a16:creationId xmlns:a16="http://schemas.microsoft.com/office/drawing/2014/main" id="{33C33BD6-18F4-D836-8CCF-97CCAA3FAA9F}"/>
                  </a:ext>
                </a:extLst>
              </p:cNvPr>
              <p:cNvCxnSpPr/>
              <p:nvPr/>
            </p:nvCxnSpPr>
            <p:spPr>
              <a:xfrm>
                <a:off x="24140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Łącznik prosty 223">
                <a:extLst>
                  <a:ext uri="{FF2B5EF4-FFF2-40B4-BE49-F238E27FC236}">
                    <a16:creationId xmlns:a16="http://schemas.microsoft.com/office/drawing/2014/main" id="{A9ABF3C2-BD53-406C-D081-3D4D0E358B04}"/>
                  </a:ext>
                </a:extLst>
              </p:cNvPr>
              <p:cNvCxnSpPr/>
              <p:nvPr/>
            </p:nvCxnSpPr>
            <p:spPr>
              <a:xfrm>
                <a:off x="2634280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Łącznik prosty 224">
                <a:extLst>
                  <a:ext uri="{FF2B5EF4-FFF2-40B4-BE49-F238E27FC236}">
                    <a16:creationId xmlns:a16="http://schemas.microsoft.com/office/drawing/2014/main" id="{3D7073BC-8197-B290-5E74-19C1A45EC5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0038" y="2756519"/>
                <a:ext cx="244242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6" name="Grupa 225">
              <a:extLst>
                <a:ext uri="{FF2B5EF4-FFF2-40B4-BE49-F238E27FC236}">
                  <a16:creationId xmlns:a16="http://schemas.microsoft.com/office/drawing/2014/main" id="{DA842B8F-3193-85B6-5D61-86BB6CA6B38B}"/>
                </a:ext>
              </a:extLst>
            </p:cNvPr>
            <p:cNvGrpSpPr/>
            <p:nvPr/>
          </p:nvGrpSpPr>
          <p:grpSpPr>
            <a:xfrm>
              <a:off x="8066287" y="2365228"/>
              <a:ext cx="463175" cy="413657"/>
              <a:chOff x="2171105" y="2372903"/>
              <a:chExt cx="463175" cy="413657"/>
            </a:xfrm>
          </p:grpSpPr>
          <p:cxnSp>
            <p:nvCxnSpPr>
              <p:cNvPr id="227" name="Łącznik prosty 226">
                <a:extLst>
                  <a:ext uri="{FF2B5EF4-FFF2-40B4-BE49-F238E27FC236}">
                    <a16:creationId xmlns:a16="http://schemas.microsoft.com/office/drawing/2014/main" id="{A7893767-E84D-A632-F08C-4E86C5AF1F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1105" y="2401478"/>
                <a:ext cx="242961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Łącznik prosty 227">
                <a:extLst>
                  <a:ext uri="{FF2B5EF4-FFF2-40B4-BE49-F238E27FC236}">
                    <a16:creationId xmlns:a16="http://schemas.microsoft.com/office/drawing/2014/main" id="{E008BB4B-5F93-AF07-2FED-699CA0CAED52}"/>
                  </a:ext>
                </a:extLst>
              </p:cNvPr>
              <p:cNvCxnSpPr/>
              <p:nvPr/>
            </p:nvCxnSpPr>
            <p:spPr>
              <a:xfrm>
                <a:off x="24140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9" name="Łącznik prosty 228">
                <a:extLst>
                  <a:ext uri="{FF2B5EF4-FFF2-40B4-BE49-F238E27FC236}">
                    <a16:creationId xmlns:a16="http://schemas.microsoft.com/office/drawing/2014/main" id="{2006AFED-4914-AEBF-E6BF-3661F7E6F23C}"/>
                  </a:ext>
                </a:extLst>
              </p:cNvPr>
              <p:cNvCxnSpPr/>
              <p:nvPr/>
            </p:nvCxnSpPr>
            <p:spPr>
              <a:xfrm>
                <a:off x="2634280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Łącznik prosty 229">
                <a:extLst>
                  <a:ext uri="{FF2B5EF4-FFF2-40B4-BE49-F238E27FC236}">
                    <a16:creationId xmlns:a16="http://schemas.microsoft.com/office/drawing/2014/main" id="{7E8744AC-1261-C048-E6D5-298292EC5F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0038" y="2756519"/>
                <a:ext cx="244242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1" name="Grupa 230">
              <a:extLst>
                <a:ext uri="{FF2B5EF4-FFF2-40B4-BE49-F238E27FC236}">
                  <a16:creationId xmlns:a16="http://schemas.microsoft.com/office/drawing/2014/main" id="{829E38F0-407B-21B8-1B2C-7D2B6ED5CA3B}"/>
                </a:ext>
              </a:extLst>
            </p:cNvPr>
            <p:cNvGrpSpPr/>
            <p:nvPr/>
          </p:nvGrpSpPr>
          <p:grpSpPr>
            <a:xfrm>
              <a:off x="8529461" y="2365228"/>
              <a:ext cx="463175" cy="413657"/>
              <a:chOff x="2171105" y="2372903"/>
              <a:chExt cx="463175" cy="413657"/>
            </a:xfrm>
          </p:grpSpPr>
          <p:cxnSp>
            <p:nvCxnSpPr>
              <p:cNvPr id="232" name="Łącznik prosty 231">
                <a:extLst>
                  <a:ext uri="{FF2B5EF4-FFF2-40B4-BE49-F238E27FC236}">
                    <a16:creationId xmlns:a16="http://schemas.microsoft.com/office/drawing/2014/main" id="{1831D976-4F9D-1B2D-0233-D80056D106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1105" y="2401478"/>
                <a:ext cx="242961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Łącznik prosty 232">
                <a:extLst>
                  <a:ext uri="{FF2B5EF4-FFF2-40B4-BE49-F238E27FC236}">
                    <a16:creationId xmlns:a16="http://schemas.microsoft.com/office/drawing/2014/main" id="{2E52CF8B-B6FE-DA9D-B218-5BC5BB65C297}"/>
                  </a:ext>
                </a:extLst>
              </p:cNvPr>
              <p:cNvCxnSpPr/>
              <p:nvPr/>
            </p:nvCxnSpPr>
            <p:spPr>
              <a:xfrm>
                <a:off x="24140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Łącznik prosty 233">
                <a:extLst>
                  <a:ext uri="{FF2B5EF4-FFF2-40B4-BE49-F238E27FC236}">
                    <a16:creationId xmlns:a16="http://schemas.microsoft.com/office/drawing/2014/main" id="{0ABF2ED3-B97C-DFE4-C53D-EA2777F18EB3}"/>
                  </a:ext>
                </a:extLst>
              </p:cNvPr>
              <p:cNvCxnSpPr/>
              <p:nvPr/>
            </p:nvCxnSpPr>
            <p:spPr>
              <a:xfrm>
                <a:off x="2634280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Łącznik prosty 234">
                <a:extLst>
                  <a:ext uri="{FF2B5EF4-FFF2-40B4-BE49-F238E27FC236}">
                    <a16:creationId xmlns:a16="http://schemas.microsoft.com/office/drawing/2014/main" id="{A0AC21A8-418F-EFBB-F228-0A6D4460F5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0038" y="2756519"/>
                <a:ext cx="244242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6" name="Grupa 235">
              <a:extLst>
                <a:ext uri="{FF2B5EF4-FFF2-40B4-BE49-F238E27FC236}">
                  <a16:creationId xmlns:a16="http://schemas.microsoft.com/office/drawing/2014/main" id="{D6FAD7D8-3C40-A2EC-658B-5A2872839D40}"/>
                </a:ext>
              </a:extLst>
            </p:cNvPr>
            <p:cNvGrpSpPr/>
            <p:nvPr/>
          </p:nvGrpSpPr>
          <p:grpSpPr>
            <a:xfrm>
              <a:off x="8969349" y="2365228"/>
              <a:ext cx="463175" cy="413657"/>
              <a:chOff x="2171105" y="2372903"/>
              <a:chExt cx="463175" cy="413657"/>
            </a:xfrm>
          </p:grpSpPr>
          <p:cxnSp>
            <p:nvCxnSpPr>
              <p:cNvPr id="237" name="Łącznik prosty 236">
                <a:extLst>
                  <a:ext uri="{FF2B5EF4-FFF2-40B4-BE49-F238E27FC236}">
                    <a16:creationId xmlns:a16="http://schemas.microsoft.com/office/drawing/2014/main" id="{E4755D29-DF0D-1627-F448-7CD23A3C2A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1105" y="2401478"/>
                <a:ext cx="242961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8" name="Łącznik prosty 237">
                <a:extLst>
                  <a:ext uri="{FF2B5EF4-FFF2-40B4-BE49-F238E27FC236}">
                    <a16:creationId xmlns:a16="http://schemas.microsoft.com/office/drawing/2014/main" id="{20B21E0C-0139-CCEF-DB53-19655E8216D9}"/>
                  </a:ext>
                </a:extLst>
              </p:cNvPr>
              <p:cNvCxnSpPr/>
              <p:nvPr/>
            </p:nvCxnSpPr>
            <p:spPr>
              <a:xfrm>
                <a:off x="24140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Łącznik prosty 238">
                <a:extLst>
                  <a:ext uri="{FF2B5EF4-FFF2-40B4-BE49-F238E27FC236}">
                    <a16:creationId xmlns:a16="http://schemas.microsoft.com/office/drawing/2014/main" id="{55E79428-765D-9BCB-40C1-1414C3463046}"/>
                  </a:ext>
                </a:extLst>
              </p:cNvPr>
              <p:cNvCxnSpPr/>
              <p:nvPr/>
            </p:nvCxnSpPr>
            <p:spPr>
              <a:xfrm>
                <a:off x="2634280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Łącznik prosty 239">
                <a:extLst>
                  <a:ext uri="{FF2B5EF4-FFF2-40B4-BE49-F238E27FC236}">
                    <a16:creationId xmlns:a16="http://schemas.microsoft.com/office/drawing/2014/main" id="{6960F062-C0C4-90AC-C240-EEF8084B4F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0038" y="2756519"/>
                <a:ext cx="244242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2" name="Łącznik prosty 261">
              <a:extLst>
                <a:ext uri="{FF2B5EF4-FFF2-40B4-BE49-F238E27FC236}">
                  <a16:creationId xmlns:a16="http://schemas.microsoft.com/office/drawing/2014/main" id="{D4519CB0-BBD8-35AC-34C0-C2C590BEF455}"/>
                </a:ext>
              </a:extLst>
            </p:cNvPr>
            <p:cNvCxnSpPr>
              <a:cxnSpLocks/>
            </p:cNvCxnSpPr>
            <p:nvPr/>
          </p:nvCxnSpPr>
          <p:spPr>
            <a:xfrm>
              <a:off x="9431982" y="2354018"/>
              <a:ext cx="0" cy="413657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3" name="Grupa 262">
              <a:extLst>
                <a:ext uri="{FF2B5EF4-FFF2-40B4-BE49-F238E27FC236}">
                  <a16:creationId xmlns:a16="http://schemas.microsoft.com/office/drawing/2014/main" id="{5D4F222B-E066-D3F6-8530-4C86ED967920}"/>
                </a:ext>
              </a:extLst>
            </p:cNvPr>
            <p:cNvGrpSpPr/>
            <p:nvPr/>
          </p:nvGrpSpPr>
          <p:grpSpPr>
            <a:xfrm>
              <a:off x="9417621" y="2354018"/>
              <a:ext cx="463175" cy="413657"/>
              <a:chOff x="2171105" y="2372903"/>
              <a:chExt cx="463175" cy="413657"/>
            </a:xfrm>
          </p:grpSpPr>
          <p:cxnSp>
            <p:nvCxnSpPr>
              <p:cNvPr id="264" name="Łącznik prosty 263">
                <a:extLst>
                  <a:ext uri="{FF2B5EF4-FFF2-40B4-BE49-F238E27FC236}">
                    <a16:creationId xmlns:a16="http://schemas.microsoft.com/office/drawing/2014/main" id="{F5EEC86C-F2AA-EA4E-A791-59D8A6CD30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1105" y="2401478"/>
                <a:ext cx="242961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Łącznik prosty 264">
                <a:extLst>
                  <a:ext uri="{FF2B5EF4-FFF2-40B4-BE49-F238E27FC236}">
                    <a16:creationId xmlns:a16="http://schemas.microsoft.com/office/drawing/2014/main" id="{D845D208-D3B4-1538-99A9-A4F679F0580F}"/>
                  </a:ext>
                </a:extLst>
              </p:cNvPr>
              <p:cNvCxnSpPr/>
              <p:nvPr/>
            </p:nvCxnSpPr>
            <p:spPr>
              <a:xfrm>
                <a:off x="24140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Łącznik prosty 265">
                <a:extLst>
                  <a:ext uri="{FF2B5EF4-FFF2-40B4-BE49-F238E27FC236}">
                    <a16:creationId xmlns:a16="http://schemas.microsoft.com/office/drawing/2014/main" id="{0B308B56-0550-C7A3-4B2F-49E1FDAE8CFF}"/>
                  </a:ext>
                </a:extLst>
              </p:cNvPr>
              <p:cNvCxnSpPr/>
              <p:nvPr/>
            </p:nvCxnSpPr>
            <p:spPr>
              <a:xfrm>
                <a:off x="2634280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Łącznik prosty 266">
                <a:extLst>
                  <a:ext uri="{FF2B5EF4-FFF2-40B4-BE49-F238E27FC236}">
                    <a16:creationId xmlns:a16="http://schemas.microsoft.com/office/drawing/2014/main" id="{53C5D156-597C-5EF7-68EC-BA538F00F8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0038" y="2756519"/>
                <a:ext cx="244242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8" name="Grupa 267">
              <a:extLst>
                <a:ext uri="{FF2B5EF4-FFF2-40B4-BE49-F238E27FC236}">
                  <a16:creationId xmlns:a16="http://schemas.microsoft.com/office/drawing/2014/main" id="{8CCBC1AD-DC94-53B6-7E9A-7632E6438D5B}"/>
                </a:ext>
              </a:extLst>
            </p:cNvPr>
            <p:cNvGrpSpPr/>
            <p:nvPr/>
          </p:nvGrpSpPr>
          <p:grpSpPr>
            <a:xfrm>
              <a:off x="9875511" y="2354018"/>
              <a:ext cx="463175" cy="413657"/>
              <a:chOff x="2171105" y="2372903"/>
              <a:chExt cx="463175" cy="413657"/>
            </a:xfrm>
          </p:grpSpPr>
          <p:cxnSp>
            <p:nvCxnSpPr>
              <p:cNvPr id="269" name="Łącznik prosty 268">
                <a:extLst>
                  <a:ext uri="{FF2B5EF4-FFF2-40B4-BE49-F238E27FC236}">
                    <a16:creationId xmlns:a16="http://schemas.microsoft.com/office/drawing/2014/main" id="{5B988C0E-61C4-2D15-DAD8-99D66D57D8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1105" y="2401478"/>
                <a:ext cx="242961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Łącznik prosty 269">
                <a:extLst>
                  <a:ext uri="{FF2B5EF4-FFF2-40B4-BE49-F238E27FC236}">
                    <a16:creationId xmlns:a16="http://schemas.microsoft.com/office/drawing/2014/main" id="{002293F6-3784-8C44-4B52-46C1B2BB42ED}"/>
                  </a:ext>
                </a:extLst>
              </p:cNvPr>
              <p:cNvCxnSpPr/>
              <p:nvPr/>
            </p:nvCxnSpPr>
            <p:spPr>
              <a:xfrm>
                <a:off x="24140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Łącznik prosty 270">
                <a:extLst>
                  <a:ext uri="{FF2B5EF4-FFF2-40B4-BE49-F238E27FC236}">
                    <a16:creationId xmlns:a16="http://schemas.microsoft.com/office/drawing/2014/main" id="{0D0B8B4B-4BA9-DE4A-5A5B-DCF439A7B2AC}"/>
                  </a:ext>
                </a:extLst>
              </p:cNvPr>
              <p:cNvCxnSpPr/>
              <p:nvPr/>
            </p:nvCxnSpPr>
            <p:spPr>
              <a:xfrm>
                <a:off x="2634280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Łącznik prosty 271">
                <a:extLst>
                  <a:ext uri="{FF2B5EF4-FFF2-40B4-BE49-F238E27FC236}">
                    <a16:creationId xmlns:a16="http://schemas.microsoft.com/office/drawing/2014/main" id="{77D8E296-362C-0118-CDD2-F310E73000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0038" y="2756519"/>
                <a:ext cx="244242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" name="Grupa 272">
              <a:extLst>
                <a:ext uri="{FF2B5EF4-FFF2-40B4-BE49-F238E27FC236}">
                  <a16:creationId xmlns:a16="http://schemas.microsoft.com/office/drawing/2014/main" id="{B82AA729-5BB3-DFC5-E8B1-D511EBBCEDAA}"/>
                </a:ext>
              </a:extLst>
            </p:cNvPr>
            <p:cNvGrpSpPr/>
            <p:nvPr/>
          </p:nvGrpSpPr>
          <p:grpSpPr>
            <a:xfrm>
              <a:off x="10338685" y="2354018"/>
              <a:ext cx="491240" cy="413657"/>
              <a:chOff x="2171105" y="2372903"/>
              <a:chExt cx="491240" cy="413657"/>
            </a:xfrm>
          </p:grpSpPr>
          <p:cxnSp>
            <p:nvCxnSpPr>
              <p:cNvPr id="274" name="Łącznik prosty 273">
                <a:extLst>
                  <a:ext uri="{FF2B5EF4-FFF2-40B4-BE49-F238E27FC236}">
                    <a16:creationId xmlns:a16="http://schemas.microsoft.com/office/drawing/2014/main" id="{A4AD3ED6-F739-05A3-039B-25BD1E7826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1105" y="2401478"/>
                <a:ext cx="242961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Łącznik prosty 274">
                <a:extLst>
                  <a:ext uri="{FF2B5EF4-FFF2-40B4-BE49-F238E27FC236}">
                    <a16:creationId xmlns:a16="http://schemas.microsoft.com/office/drawing/2014/main" id="{995E6122-E773-CA48-35BC-0D7F085F8741}"/>
                  </a:ext>
                </a:extLst>
              </p:cNvPr>
              <p:cNvCxnSpPr/>
              <p:nvPr/>
            </p:nvCxnSpPr>
            <p:spPr>
              <a:xfrm>
                <a:off x="24140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Łącznik prosty 276">
                <a:extLst>
                  <a:ext uri="{FF2B5EF4-FFF2-40B4-BE49-F238E27FC236}">
                    <a16:creationId xmlns:a16="http://schemas.microsoft.com/office/drawing/2014/main" id="{AF488DF8-646B-75E0-1528-6863FCF891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0038" y="2756519"/>
                <a:ext cx="272307" cy="0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83" name="Łącznik prosty 282">
              <a:extLst>
                <a:ext uri="{FF2B5EF4-FFF2-40B4-BE49-F238E27FC236}">
                  <a16:creationId xmlns:a16="http://schemas.microsoft.com/office/drawing/2014/main" id="{41D4D247-BAEF-6D9E-6554-5E4F58EBBB25}"/>
                </a:ext>
              </a:extLst>
            </p:cNvPr>
            <p:cNvCxnSpPr>
              <a:cxnSpLocks/>
            </p:cNvCxnSpPr>
            <p:nvPr/>
          </p:nvCxnSpPr>
          <p:spPr>
            <a:xfrm>
              <a:off x="11022468" y="2733332"/>
              <a:ext cx="1107620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1" name="Grupa 290">
              <a:extLst>
                <a:ext uri="{FF2B5EF4-FFF2-40B4-BE49-F238E27FC236}">
                  <a16:creationId xmlns:a16="http://schemas.microsoft.com/office/drawing/2014/main" id="{3A4DF83A-F5B1-CECD-92F7-F788E0D8E712}"/>
                </a:ext>
              </a:extLst>
            </p:cNvPr>
            <p:cNvGrpSpPr/>
            <p:nvPr/>
          </p:nvGrpSpPr>
          <p:grpSpPr>
            <a:xfrm>
              <a:off x="2171105" y="1984686"/>
              <a:ext cx="2282018" cy="801874"/>
              <a:chOff x="2171105" y="1984686"/>
              <a:chExt cx="2282018" cy="801874"/>
            </a:xfrm>
          </p:grpSpPr>
          <p:cxnSp>
            <p:nvCxnSpPr>
              <p:cNvPr id="145" name="Łącznik prosty 144">
                <a:extLst>
                  <a:ext uri="{FF2B5EF4-FFF2-40B4-BE49-F238E27FC236}">
                    <a16:creationId xmlns:a16="http://schemas.microsoft.com/office/drawing/2014/main" id="{842DE785-2D19-83D3-8602-C478C783F6EF}"/>
                  </a:ext>
                </a:extLst>
              </p:cNvPr>
              <p:cNvCxnSpPr/>
              <p:nvPr/>
            </p:nvCxnSpPr>
            <p:spPr>
              <a:xfrm>
                <a:off x="2185466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2" name="Grupa 161">
                <a:extLst>
                  <a:ext uri="{FF2B5EF4-FFF2-40B4-BE49-F238E27FC236}">
                    <a16:creationId xmlns:a16="http://schemas.microsoft.com/office/drawing/2014/main" id="{22FAA0D2-D8D3-DF4B-D9B8-598A42A0EFD1}"/>
                  </a:ext>
                </a:extLst>
              </p:cNvPr>
              <p:cNvGrpSpPr/>
              <p:nvPr/>
            </p:nvGrpSpPr>
            <p:grpSpPr>
              <a:xfrm>
                <a:off x="2171105" y="2372903"/>
                <a:ext cx="463175" cy="413657"/>
                <a:chOff x="2171105" y="2372903"/>
                <a:chExt cx="463175" cy="413657"/>
              </a:xfrm>
            </p:grpSpPr>
            <p:cxnSp>
              <p:nvCxnSpPr>
                <p:cNvPr id="105" name="Łącznik prosty 104">
                  <a:extLst>
                    <a:ext uri="{FF2B5EF4-FFF2-40B4-BE49-F238E27FC236}">
                      <a16:creationId xmlns:a16="http://schemas.microsoft.com/office/drawing/2014/main" id="{483E3E92-25B4-B2A8-C1CF-7C3D8BA509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71105" y="2401478"/>
                  <a:ext cx="242961" cy="0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7" name="Łącznik prosty 146">
                  <a:extLst>
                    <a:ext uri="{FF2B5EF4-FFF2-40B4-BE49-F238E27FC236}">
                      <a16:creationId xmlns:a16="http://schemas.microsoft.com/office/drawing/2014/main" id="{06CA6FA6-0A01-315C-B6BC-94F522CCE25F}"/>
                    </a:ext>
                  </a:extLst>
                </p:cNvPr>
                <p:cNvCxnSpPr/>
                <p:nvPr/>
              </p:nvCxnSpPr>
              <p:spPr>
                <a:xfrm>
                  <a:off x="2414066" y="2372903"/>
                  <a:ext cx="0" cy="413657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Łącznik prosty 156">
                  <a:extLst>
                    <a:ext uri="{FF2B5EF4-FFF2-40B4-BE49-F238E27FC236}">
                      <a16:creationId xmlns:a16="http://schemas.microsoft.com/office/drawing/2014/main" id="{55118D5C-3468-9A01-BC56-EFAC67D18583}"/>
                    </a:ext>
                  </a:extLst>
                </p:cNvPr>
                <p:cNvCxnSpPr/>
                <p:nvPr/>
              </p:nvCxnSpPr>
              <p:spPr>
                <a:xfrm>
                  <a:off x="2634280" y="2372903"/>
                  <a:ext cx="0" cy="413657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Łącznik prosty 158">
                  <a:extLst>
                    <a:ext uri="{FF2B5EF4-FFF2-40B4-BE49-F238E27FC236}">
                      <a16:creationId xmlns:a16="http://schemas.microsoft.com/office/drawing/2014/main" id="{61A9F2F2-B97F-1DAA-F92D-569EAB3C3A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0038" y="2756519"/>
                  <a:ext cx="244242" cy="0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3" name="Grupa 162">
                <a:extLst>
                  <a:ext uri="{FF2B5EF4-FFF2-40B4-BE49-F238E27FC236}">
                    <a16:creationId xmlns:a16="http://schemas.microsoft.com/office/drawing/2014/main" id="{538D3043-F483-F22E-F617-AAC21DEFB7EE}"/>
                  </a:ext>
                </a:extLst>
              </p:cNvPr>
              <p:cNvGrpSpPr/>
              <p:nvPr/>
            </p:nvGrpSpPr>
            <p:grpSpPr>
              <a:xfrm>
                <a:off x="2628995" y="2372903"/>
                <a:ext cx="463175" cy="413657"/>
                <a:chOff x="2171105" y="2372903"/>
                <a:chExt cx="463175" cy="413657"/>
              </a:xfrm>
            </p:grpSpPr>
            <p:cxnSp>
              <p:nvCxnSpPr>
                <p:cNvPr id="164" name="Łącznik prosty 163">
                  <a:extLst>
                    <a:ext uri="{FF2B5EF4-FFF2-40B4-BE49-F238E27FC236}">
                      <a16:creationId xmlns:a16="http://schemas.microsoft.com/office/drawing/2014/main" id="{1393B0E4-6614-DFD5-C0B6-78CA3130B2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71105" y="2401478"/>
                  <a:ext cx="242961" cy="0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Łącznik prosty 164">
                  <a:extLst>
                    <a:ext uri="{FF2B5EF4-FFF2-40B4-BE49-F238E27FC236}">
                      <a16:creationId xmlns:a16="http://schemas.microsoft.com/office/drawing/2014/main" id="{7A8F5535-7369-4BEC-C6B8-BB7EDBFC97EB}"/>
                    </a:ext>
                  </a:extLst>
                </p:cNvPr>
                <p:cNvCxnSpPr/>
                <p:nvPr/>
              </p:nvCxnSpPr>
              <p:spPr>
                <a:xfrm>
                  <a:off x="2414066" y="2372903"/>
                  <a:ext cx="0" cy="413657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" name="Łącznik prosty 165">
                  <a:extLst>
                    <a:ext uri="{FF2B5EF4-FFF2-40B4-BE49-F238E27FC236}">
                      <a16:creationId xmlns:a16="http://schemas.microsoft.com/office/drawing/2014/main" id="{1AE8B861-D67B-CB7E-278E-9448F5BD0712}"/>
                    </a:ext>
                  </a:extLst>
                </p:cNvPr>
                <p:cNvCxnSpPr/>
                <p:nvPr/>
              </p:nvCxnSpPr>
              <p:spPr>
                <a:xfrm>
                  <a:off x="2634280" y="2372903"/>
                  <a:ext cx="0" cy="413657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Łącznik prosty 166">
                  <a:extLst>
                    <a:ext uri="{FF2B5EF4-FFF2-40B4-BE49-F238E27FC236}">
                      <a16:creationId xmlns:a16="http://schemas.microsoft.com/office/drawing/2014/main" id="{45A339D0-505E-74C9-4A15-8422B9624E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0038" y="2756519"/>
                  <a:ext cx="244242" cy="0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8" name="Grupa 167">
                <a:extLst>
                  <a:ext uri="{FF2B5EF4-FFF2-40B4-BE49-F238E27FC236}">
                    <a16:creationId xmlns:a16="http://schemas.microsoft.com/office/drawing/2014/main" id="{1CD56F12-014C-97EE-79EE-2A7EAF7175BC}"/>
                  </a:ext>
                </a:extLst>
              </p:cNvPr>
              <p:cNvGrpSpPr/>
              <p:nvPr/>
            </p:nvGrpSpPr>
            <p:grpSpPr>
              <a:xfrm>
                <a:off x="3092169" y="2372903"/>
                <a:ext cx="463175" cy="413657"/>
                <a:chOff x="2171105" y="2372903"/>
                <a:chExt cx="463175" cy="413657"/>
              </a:xfrm>
            </p:grpSpPr>
            <p:cxnSp>
              <p:nvCxnSpPr>
                <p:cNvPr id="169" name="Łącznik prosty 168">
                  <a:extLst>
                    <a:ext uri="{FF2B5EF4-FFF2-40B4-BE49-F238E27FC236}">
                      <a16:creationId xmlns:a16="http://schemas.microsoft.com/office/drawing/2014/main" id="{D85547C3-71B4-F086-6EAE-860A66E9A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71105" y="2401478"/>
                  <a:ext cx="242961" cy="0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Łącznik prosty 169">
                  <a:extLst>
                    <a:ext uri="{FF2B5EF4-FFF2-40B4-BE49-F238E27FC236}">
                      <a16:creationId xmlns:a16="http://schemas.microsoft.com/office/drawing/2014/main" id="{8B76606B-B16E-D578-69FD-38E5FA3E0AB8}"/>
                    </a:ext>
                  </a:extLst>
                </p:cNvPr>
                <p:cNvCxnSpPr/>
                <p:nvPr/>
              </p:nvCxnSpPr>
              <p:spPr>
                <a:xfrm>
                  <a:off x="2414066" y="2372903"/>
                  <a:ext cx="0" cy="413657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Łącznik prosty 170">
                  <a:extLst>
                    <a:ext uri="{FF2B5EF4-FFF2-40B4-BE49-F238E27FC236}">
                      <a16:creationId xmlns:a16="http://schemas.microsoft.com/office/drawing/2014/main" id="{72D92AB0-9E09-EC08-5E34-7F2FF85FE534}"/>
                    </a:ext>
                  </a:extLst>
                </p:cNvPr>
                <p:cNvCxnSpPr/>
                <p:nvPr/>
              </p:nvCxnSpPr>
              <p:spPr>
                <a:xfrm>
                  <a:off x="2634280" y="2372903"/>
                  <a:ext cx="0" cy="413657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Łącznik prosty 171">
                  <a:extLst>
                    <a:ext uri="{FF2B5EF4-FFF2-40B4-BE49-F238E27FC236}">
                      <a16:creationId xmlns:a16="http://schemas.microsoft.com/office/drawing/2014/main" id="{149B1878-1A31-355D-6585-B6D432FC51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0038" y="2756519"/>
                  <a:ext cx="244242" cy="0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3" name="Grupa 172">
                <a:extLst>
                  <a:ext uri="{FF2B5EF4-FFF2-40B4-BE49-F238E27FC236}">
                    <a16:creationId xmlns:a16="http://schemas.microsoft.com/office/drawing/2014/main" id="{5659D50D-4D15-90D9-B9F2-1B4360A78983}"/>
                  </a:ext>
                </a:extLst>
              </p:cNvPr>
              <p:cNvGrpSpPr/>
              <p:nvPr/>
            </p:nvGrpSpPr>
            <p:grpSpPr>
              <a:xfrm>
                <a:off x="3532057" y="2372903"/>
                <a:ext cx="463175" cy="413657"/>
                <a:chOff x="2171105" y="2372903"/>
                <a:chExt cx="463175" cy="413657"/>
              </a:xfrm>
            </p:grpSpPr>
            <p:cxnSp>
              <p:nvCxnSpPr>
                <p:cNvPr id="174" name="Łącznik prosty 173">
                  <a:extLst>
                    <a:ext uri="{FF2B5EF4-FFF2-40B4-BE49-F238E27FC236}">
                      <a16:creationId xmlns:a16="http://schemas.microsoft.com/office/drawing/2014/main" id="{10ACAAC1-88D3-F03C-CF49-D41465A923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71105" y="2401478"/>
                  <a:ext cx="242961" cy="0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5" name="Łącznik prosty 174">
                  <a:extLst>
                    <a:ext uri="{FF2B5EF4-FFF2-40B4-BE49-F238E27FC236}">
                      <a16:creationId xmlns:a16="http://schemas.microsoft.com/office/drawing/2014/main" id="{2D69A7A4-ECAA-B1A3-8AA7-FA51BF9ABAE9}"/>
                    </a:ext>
                  </a:extLst>
                </p:cNvPr>
                <p:cNvCxnSpPr/>
                <p:nvPr/>
              </p:nvCxnSpPr>
              <p:spPr>
                <a:xfrm>
                  <a:off x="2414066" y="2372903"/>
                  <a:ext cx="0" cy="413657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Łącznik prosty 175">
                  <a:extLst>
                    <a:ext uri="{FF2B5EF4-FFF2-40B4-BE49-F238E27FC236}">
                      <a16:creationId xmlns:a16="http://schemas.microsoft.com/office/drawing/2014/main" id="{790BB1C3-21BC-28F2-5EFF-F9F74238D8BD}"/>
                    </a:ext>
                  </a:extLst>
                </p:cNvPr>
                <p:cNvCxnSpPr/>
                <p:nvPr/>
              </p:nvCxnSpPr>
              <p:spPr>
                <a:xfrm>
                  <a:off x="2634280" y="2372903"/>
                  <a:ext cx="0" cy="413657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Łącznik prosty 176">
                  <a:extLst>
                    <a:ext uri="{FF2B5EF4-FFF2-40B4-BE49-F238E27FC236}">
                      <a16:creationId xmlns:a16="http://schemas.microsoft.com/office/drawing/2014/main" id="{357EC246-FE52-834E-781B-AD5183A88E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0038" y="2756519"/>
                  <a:ext cx="244242" cy="0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8" name="Łącznik prosty 177">
                <a:extLst>
                  <a:ext uri="{FF2B5EF4-FFF2-40B4-BE49-F238E27FC236}">
                    <a16:creationId xmlns:a16="http://schemas.microsoft.com/office/drawing/2014/main" id="{7FC1B2A4-2C93-8BC7-0AB0-DBBD06C5AD58}"/>
                  </a:ext>
                </a:extLst>
              </p:cNvPr>
              <p:cNvCxnSpPr/>
              <p:nvPr/>
            </p:nvCxnSpPr>
            <p:spPr>
              <a:xfrm>
                <a:off x="4004309" y="2372903"/>
                <a:ext cx="0" cy="413657"/>
              </a:xfrm>
              <a:prstGeom prst="line">
                <a:avLst/>
              </a:prstGeom>
              <a:ln w="571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9" name="Grupa 178">
                <a:extLst>
                  <a:ext uri="{FF2B5EF4-FFF2-40B4-BE49-F238E27FC236}">
                    <a16:creationId xmlns:a16="http://schemas.microsoft.com/office/drawing/2014/main" id="{7398129F-B06A-F866-83A7-5531148F682F}"/>
                  </a:ext>
                </a:extLst>
              </p:cNvPr>
              <p:cNvGrpSpPr/>
              <p:nvPr/>
            </p:nvGrpSpPr>
            <p:grpSpPr>
              <a:xfrm>
                <a:off x="3989948" y="2372903"/>
                <a:ext cx="463175" cy="413657"/>
                <a:chOff x="2171105" y="2372903"/>
                <a:chExt cx="463175" cy="413657"/>
              </a:xfrm>
            </p:grpSpPr>
            <p:cxnSp>
              <p:nvCxnSpPr>
                <p:cNvPr id="180" name="Łącznik prosty 179">
                  <a:extLst>
                    <a:ext uri="{FF2B5EF4-FFF2-40B4-BE49-F238E27FC236}">
                      <a16:creationId xmlns:a16="http://schemas.microsoft.com/office/drawing/2014/main" id="{555F88AB-0FB1-8E8C-D898-3E0560B944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71105" y="2401478"/>
                  <a:ext cx="242961" cy="0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Łącznik prosty 180">
                  <a:extLst>
                    <a:ext uri="{FF2B5EF4-FFF2-40B4-BE49-F238E27FC236}">
                      <a16:creationId xmlns:a16="http://schemas.microsoft.com/office/drawing/2014/main" id="{8B00D7C7-C5AE-BEFA-0004-A7D59CDDFDC5}"/>
                    </a:ext>
                  </a:extLst>
                </p:cNvPr>
                <p:cNvCxnSpPr/>
                <p:nvPr/>
              </p:nvCxnSpPr>
              <p:spPr>
                <a:xfrm>
                  <a:off x="2414066" y="2372903"/>
                  <a:ext cx="0" cy="413657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Łącznik prosty 181">
                  <a:extLst>
                    <a:ext uri="{FF2B5EF4-FFF2-40B4-BE49-F238E27FC236}">
                      <a16:creationId xmlns:a16="http://schemas.microsoft.com/office/drawing/2014/main" id="{5CEB9B6B-162A-2BF3-D7B5-2892EE9419B2}"/>
                    </a:ext>
                  </a:extLst>
                </p:cNvPr>
                <p:cNvCxnSpPr/>
                <p:nvPr/>
              </p:nvCxnSpPr>
              <p:spPr>
                <a:xfrm>
                  <a:off x="2634280" y="2372903"/>
                  <a:ext cx="0" cy="413657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Łącznik prosty 182">
                  <a:extLst>
                    <a:ext uri="{FF2B5EF4-FFF2-40B4-BE49-F238E27FC236}">
                      <a16:creationId xmlns:a16="http://schemas.microsoft.com/office/drawing/2014/main" id="{5A592B18-4A4C-C5E5-401E-73A91764DA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0038" y="2756519"/>
                  <a:ext cx="244242" cy="0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85" name="pole tekstowe 284">
                <a:extLst>
                  <a:ext uri="{FF2B5EF4-FFF2-40B4-BE49-F238E27FC236}">
                    <a16:creationId xmlns:a16="http://schemas.microsoft.com/office/drawing/2014/main" id="{54AB46A6-83ED-52FA-9E83-54BBCE4C9C3C}"/>
                  </a:ext>
                </a:extLst>
              </p:cNvPr>
              <p:cNvSpPr txBox="1"/>
              <p:nvPr/>
            </p:nvSpPr>
            <p:spPr>
              <a:xfrm>
                <a:off x="2204233" y="2003571"/>
                <a:ext cx="18943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l-PL" dirty="0"/>
                  <a:t>0</a:t>
                </a:r>
                <a:endParaRPr lang="en-US" dirty="0"/>
              </a:p>
            </p:txBody>
          </p:sp>
          <p:sp>
            <p:nvSpPr>
              <p:cNvPr id="287" name="pole tekstowe 286">
                <a:extLst>
                  <a:ext uri="{FF2B5EF4-FFF2-40B4-BE49-F238E27FC236}">
                    <a16:creationId xmlns:a16="http://schemas.microsoft.com/office/drawing/2014/main" id="{AE70CDD3-7652-4380-1118-44C798207C28}"/>
                  </a:ext>
                </a:extLst>
              </p:cNvPr>
              <p:cNvSpPr txBox="1"/>
              <p:nvPr/>
            </p:nvSpPr>
            <p:spPr>
              <a:xfrm>
                <a:off x="2678000" y="1984686"/>
                <a:ext cx="18943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l-PL" dirty="0"/>
                  <a:t>1</a:t>
                </a:r>
                <a:endParaRPr lang="en-US" dirty="0"/>
              </a:p>
            </p:txBody>
          </p:sp>
          <p:sp>
            <p:nvSpPr>
              <p:cNvPr id="288" name="pole tekstowe 287">
                <a:extLst>
                  <a:ext uri="{FF2B5EF4-FFF2-40B4-BE49-F238E27FC236}">
                    <a16:creationId xmlns:a16="http://schemas.microsoft.com/office/drawing/2014/main" id="{8DC72F16-B71B-B94B-C2E5-605F96A809D5}"/>
                  </a:ext>
                </a:extLst>
              </p:cNvPr>
              <p:cNvSpPr txBox="1"/>
              <p:nvPr/>
            </p:nvSpPr>
            <p:spPr>
              <a:xfrm>
                <a:off x="2999319" y="1984686"/>
                <a:ext cx="4423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l-PL" dirty="0"/>
                  <a:t>…</a:t>
                </a:r>
                <a:endParaRPr lang="en-US" dirty="0"/>
              </a:p>
            </p:txBody>
          </p:sp>
          <p:sp>
            <p:nvSpPr>
              <p:cNvPr id="289" name="pole tekstowe 288">
                <a:extLst>
                  <a:ext uri="{FF2B5EF4-FFF2-40B4-BE49-F238E27FC236}">
                    <a16:creationId xmlns:a16="http://schemas.microsoft.com/office/drawing/2014/main" id="{3FBF371C-76C7-1C40-D8C7-FFC9AAB735B4}"/>
                  </a:ext>
                </a:extLst>
              </p:cNvPr>
              <p:cNvSpPr txBox="1"/>
              <p:nvPr/>
            </p:nvSpPr>
            <p:spPr>
              <a:xfrm>
                <a:off x="3577730" y="1984686"/>
                <a:ext cx="18943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l-PL" dirty="0"/>
                  <a:t>7</a:t>
                </a:r>
                <a:endParaRPr lang="en-US" dirty="0"/>
              </a:p>
            </p:txBody>
          </p:sp>
          <p:sp>
            <p:nvSpPr>
              <p:cNvPr id="290" name="pole tekstowe 289">
                <a:extLst>
                  <a:ext uri="{FF2B5EF4-FFF2-40B4-BE49-F238E27FC236}">
                    <a16:creationId xmlns:a16="http://schemas.microsoft.com/office/drawing/2014/main" id="{393104F2-0359-2EA4-B47F-795F0EB5297F}"/>
                  </a:ext>
                </a:extLst>
              </p:cNvPr>
              <p:cNvSpPr txBox="1"/>
              <p:nvPr/>
            </p:nvSpPr>
            <p:spPr>
              <a:xfrm>
                <a:off x="4041841" y="2003571"/>
                <a:ext cx="18943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l-PL" dirty="0"/>
                  <a:t>8</a:t>
                </a:r>
                <a:endParaRPr lang="en-US" dirty="0"/>
              </a:p>
            </p:txBody>
          </p:sp>
        </p:grpSp>
        <p:sp>
          <p:nvSpPr>
            <p:cNvPr id="308" name="pole tekstowe 307">
              <a:extLst>
                <a:ext uri="{FF2B5EF4-FFF2-40B4-BE49-F238E27FC236}">
                  <a16:creationId xmlns:a16="http://schemas.microsoft.com/office/drawing/2014/main" id="{B27CE6FA-0604-D279-0ED2-A594531063FE}"/>
                </a:ext>
              </a:extLst>
            </p:cNvPr>
            <p:cNvSpPr txBox="1"/>
            <p:nvPr/>
          </p:nvSpPr>
          <p:spPr>
            <a:xfrm>
              <a:off x="4474526" y="1995896"/>
              <a:ext cx="1894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9</a:t>
              </a:r>
              <a:endParaRPr lang="en-US" dirty="0"/>
            </a:p>
          </p:txBody>
        </p:sp>
        <p:sp>
          <p:nvSpPr>
            <p:cNvPr id="309" name="pole tekstowe 308">
              <a:extLst>
                <a:ext uri="{FF2B5EF4-FFF2-40B4-BE49-F238E27FC236}">
                  <a16:creationId xmlns:a16="http://schemas.microsoft.com/office/drawing/2014/main" id="{C07CB8CB-1526-894A-DFFD-3C888F9378B7}"/>
                </a:ext>
              </a:extLst>
            </p:cNvPr>
            <p:cNvSpPr txBox="1"/>
            <p:nvPr/>
          </p:nvSpPr>
          <p:spPr>
            <a:xfrm>
              <a:off x="4765191" y="1995896"/>
              <a:ext cx="5097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10</a:t>
              </a:r>
              <a:endParaRPr lang="en-US" dirty="0"/>
            </a:p>
          </p:txBody>
        </p:sp>
        <p:sp>
          <p:nvSpPr>
            <p:cNvPr id="310" name="pole tekstowe 309">
              <a:extLst>
                <a:ext uri="{FF2B5EF4-FFF2-40B4-BE49-F238E27FC236}">
                  <a16:creationId xmlns:a16="http://schemas.microsoft.com/office/drawing/2014/main" id="{9460AC31-279C-6C27-48EC-604CCEA4587B}"/>
                </a:ext>
              </a:extLst>
            </p:cNvPr>
            <p:cNvSpPr txBox="1"/>
            <p:nvPr/>
          </p:nvSpPr>
          <p:spPr>
            <a:xfrm>
              <a:off x="5266820" y="1995896"/>
              <a:ext cx="4343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11</a:t>
              </a:r>
              <a:endParaRPr lang="en-US" dirty="0"/>
            </a:p>
          </p:txBody>
        </p:sp>
        <p:sp>
          <p:nvSpPr>
            <p:cNvPr id="311" name="pole tekstowe 310">
              <a:extLst>
                <a:ext uri="{FF2B5EF4-FFF2-40B4-BE49-F238E27FC236}">
                  <a16:creationId xmlns:a16="http://schemas.microsoft.com/office/drawing/2014/main" id="{4B92916B-6B0F-8810-7BD8-45FCE43D4FE0}"/>
                </a:ext>
              </a:extLst>
            </p:cNvPr>
            <p:cNvSpPr txBox="1"/>
            <p:nvPr/>
          </p:nvSpPr>
          <p:spPr>
            <a:xfrm>
              <a:off x="5711870" y="1995896"/>
              <a:ext cx="4343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12</a:t>
              </a:r>
              <a:endParaRPr lang="en-US" dirty="0"/>
            </a:p>
          </p:txBody>
        </p:sp>
        <p:sp>
          <p:nvSpPr>
            <p:cNvPr id="312" name="pole tekstowe 311">
              <a:extLst>
                <a:ext uri="{FF2B5EF4-FFF2-40B4-BE49-F238E27FC236}">
                  <a16:creationId xmlns:a16="http://schemas.microsoft.com/office/drawing/2014/main" id="{787FE71F-AD34-8893-0322-F2C1C0085584}"/>
                </a:ext>
              </a:extLst>
            </p:cNvPr>
            <p:cNvSpPr txBox="1"/>
            <p:nvPr/>
          </p:nvSpPr>
          <p:spPr>
            <a:xfrm>
              <a:off x="6140451" y="1995896"/>
              <a:ext cx="4493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13</a:t>
              </a:r>
              <a:endParaRPr lang="en-US" dirty="0"/>
            </a:p>
          </p:txBody>
        </p:sp>
        <p:sp>
          <p:nvSpPr>
            <p:cNvPr id="399" name="pole tekstowe 398">
              <a:extLst>
                <a:ext uri="{FF2B5EF4-FFF2-40B4-BE49-F238E27FC236}">
                  <a16:creationId xmlns:a16="http://schemas.microsoft.com/office/drawing/2014/main" id="{0DC2752F-1537-2297-FAD8-09186B424C62}"/>
                </a:ext>
              </a:extLst>
            </p:cNvPr>
            <p:cNvSpPr txBox="1"/>
            <p:nvPr/>
          </p:nvSpPr>
          <p:spPr>
            <a:xfrm>
              <a:off x="6621746" y="1995896"/>
              <a:ext cx="4493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14</a:t>
              </a:r>
              <a:endParaRPr lang="en-US" dirty="0"/>
            </a:p>
          </p:txBody>
        </p:sp>
        <p:sp>
          <p:nvSpPr>
            <p:cNvPr id="400" name="pole tekstowe 399">
              <a:extLst>
                <a:ext uri="{FF2B5EF4-FFF2-40B4-BE49-F238E27FC236}">
                  <a16:creationId xmlns:a16="http://schemas.microsoft.com/office/drawing/2014/main" id="{D5CA7ED2-258A-8039-9B52-304DF4E68E1C}"/>
                </a:ext>
              </a:extLst>
            </p:cNvPr>
            <p:cNvSpPr txBox="1"/>
            <p:nvPr/>
          </p:nvSpPr>
          <p:spPr>
            <a:xfrm>
              <a:off x="7061042" y="1995896"/>
              <a:ext cx="4493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15</a:t>
              </a:r>
              <a:endParaRPr lang="en-US" dirty="0"/>
            </a:p>
          </p:txBody>
        </p:sp>
        <p:sp>
          <p:nvSpPr>
            <p:cNvPr id="401" name="pole tekstowe 400">
              <a:extLst>
                <a:ext uri="{FF2B5EF4-FFF2-40B4-BE49-F238E27FC236}">
                  <a16:creationId xmlns:a16="http://schemas.microsoft.com/office/drawing/2014/main" id="{4A3BA30A-547B-5207-5830-2D203A8029C8}"/>
                </a:ext>
              </a:extLst>
            </p:cNvPr>
            <p:cNvSpPr txBox="1"/>
            <p:nvPr/>
          </p:nvSpPr>
          <p:spPr>
            <a:xfrm>
              <a:off x="7510439" y="1995896"/>
              <a:ext cx="4493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16</a:t>
              </a:r>
              <a:endParaRPr lang="en-US" dirty="0"/>
            </a:p>
          </p:txBody>
        </p:sp>
        <p:sp>
          <p:nvSpPr>
            <p:cNvPr id="402" name="pole tekstowe 401">
              <a:extLst>
                <a:ext uri="{FF2B5EF4-FFF2-40B4-BE49-F238E27FC236}">
                  <a16:creationId xmlns:a16="http://schemas.microsoft.com/office/drawing/2014/main" id="{4C6828ED-FBD2-0CAC-4CDB-C68ED7EF724A}"/>
                </a:ext>
              </a:extLst>
            </p:cNvPr>
            <p:cNvSpPr txBox="1"/>
            <p:nvPr/>
          </p:nvSpPr>
          <p:spPr>
            <a:xfrm>
              <a:off x="7949735" y="1995896"/>
              <a:ext cx="4493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17</a:t>
              </a:r>
              <a:endParaRPr lang="en-US" dirty="0"/>
            </a:p>
          </p:txBody>
        </p:sp>
        <p:sp>
          <p:nvSpPr>
            <p:cNvPr id="403" name="pole tekstowe 402">
              <a:extLst>
                <a:ext uri="{FF2B5EF4-FFF2-40B4-BE49-F238E27FC236}">
                  <a16:creationId xmlns:a16="http://schemas.microsoft.com/office/drawing/2014/main" id="{5B18DC81-FBAC-072D-2676-9C8769C52354}"/>
                </a:ext>
              </a:extLst>
            </p:cNvPr>
            <p:cNvSpPr txBox="1"/>
            <p:nvPr/>
          </p:nvSpPr>
          <p:spPr>
            <a:xfrm>
              <a:off x="8399071" y="1995896"/>
              <a:ext cx="4493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18</a:t>
              </a:r>
              <a:endParaRPr lang="en-US" dirty="0"/>
            </a:p>
          </p:txBody>
        </p:sp>
        <p:sp>
          <p:nvSpPr>
            <p:cNvPr id="404" name="pole tekstowe 403">
              <a:extLst>
                <a:ext uri="{FF2B5EF4-FFF2-40B4-BE49-F238E27FC236}">
                  <a16:creationId xmlns:a16="http://schemas.microsoft.com/office/drawing/2014/main" id="{737B909D-3F51-1D28-1E20-85141AFB9714}"/>
                </a:ext>
              </a:extLst>
            </p:cNvPr>
            <p:cNvSpPr txBox="1"/>
            <p:nvPr/>
          </p:nvSpPr>
          <p:spPr>
            <a:xfrm>
              <a:off x="8870206" y="1995896"/>
              <a:ext cx="4493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19</a:t>
              </a:r>
              <a:endParaRPr lang="en-US" dirty="0"/>
            </a:p>
          </p:txBody>
        </p:sp>
        <p:sp>
          <p:nvSpPr>
            <p:cNvPr id="405" name="pole tekstowe 404">
              <a:extLst>
                <a:ext uri="{FF2B5EF4-FFF2-40B4-BE49-F238E27FC236}">
                  <a16:creationId xmlns:a16="http://schemas.microsoft.com/office/drawing/2014/main" id="{28E42778-4B86-311C-AE6C-2B0F6C3804DF}"/>
                </a:ext>
              </a:extLst>
            </p:cNvPr>
            <p:cNvSpPr txBox="1"/>
            <p:nvPr/>
          </p:nvSpPr>
          <p:spPr>
            <a:xfrm>
              <a:off x="9319602" y="1995896"/>
              <a:ext cx="4493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20</a:t>
              </a:r>
              <a:endParaRPr lang="en-US" dirty="0"/>
            </a:p>
          </p:txBody>
        </p:sp>
        <p:sp>
          <p:nvSpPr>
            <p:cNvPr id="406" name="pole tekstowe 405">
              <a:extLst>
                <a:ext uri="{FF2B5EF4-FFF2-40B4-BE49-F238E27FC236}">
                  <a16:creationId xmlns:a16="http://schemas.microsoft.com/office/drawing/2014/main" id="{2985AE2C-3540-4B7D-98FD-2FCF2EDCD9E8}"/>
                </a:ext>
              </a:extLst>
            </p:cNvPr>
            <p:cNvSpPr txBox="1"/>
            <p:nvPr/>
          </p:nvSpPr>
          <p:spPr>
            <a:xfrm>
              <a:off x="9768999" y="1995896"/>
              <a:ext cx="4493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21</a:t>
              </a:r>
              <a:endParaRPr lang="en-US" dirty="0"/>
            </a:p>
          </p:txBody>
        </p:sp>
        <p:sp>
          <p:nvSpPr>
            <p:cNvPr id="407" name="pole tekstowe 406">
              <a:extLst>
                <a:ext uri="{FF2B5EF4-FFF2-40B4-BE49-F238E27FC236}">
                  <a16:creationId xmlns:a16="http://schemas.microsoft.com/office/drawing/2014/main" id="{D6C2D8C8-3555-E393-A5AE-EEEC673E2CF4}"/>
                </a:ext>
              </a:extLst>
            </p:cNvPr>
            <p:cNvSpPr txBox="1"/>
            <p:nvPr/>
          </p:nvSpPr>
          <p:spPr>
            <a:xfrm>
              <a:off x="10218261" y="1995896"/>
              <a:ext cx="4493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22</a:t>
              </a:r>
              <a:endParaRPr lang="en-US" dirty="0"/>
            </a:p>
          </p:txBody>
        </p:sp>
        <p:sp>
          <p:nvSpPr>
            <p:cNvPr id="409" name="pole tekstowe 408">
              <a:extLst>
                <a:ext uri="{FF2B5EF4-FFF2-40B4-BE49-F238E27FC236}">
                  <a16:creationId xmlns:a16="http://schemas.microsoft.com/office/drawing/2014/main" id="{1C69C144-C4A4-5200-EA5E-9046C6786098}"/>
                </a:ext>
              </a:extLst>
            </p:cNvPr>
            <p:cNvSpPr txBox="1"/>
            <p:nvPr/>
          </p:nvSpPr>
          <p:spPr>
            <a:xfrm>
              <a:off x="116751" y="3617675"/>
              <a:ext cx="9056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l-PL" sz="2400" b="1" dirty="0"/>
                <a:t>MOSI</a:t>
              </a:r>
              <a:endParaRPr lang="en-US" sz="2400" b="1" dirty="0"/>
            </a:p>
          </p:txBody>
        </p:sp>
        <p:sp>
          <p:nvSpPr>
            <p:cNvPr id="410" name="pole tekstowe 409">
              <a:extLst>
                <a:ext uri="{FF2B5EF4-FFF2-40B4-BE49-F238E27FC236}">
                  <a16:creationId xmlns:a16="http://schemas.microsoft.com/office/drawing/2014/main" id="{909D7727-4D53-8A9E-AA9B-247213B62237}"/>
                </a:ext>
              </a:extLst>
            </p:cNvPr>
            <p:cNvSpPr txBox="1"/>
            <p:nvPr/>
          </p:nvSpPr>
          <p:spPr>
            <a:xfrm>
              <a:off x="235415" y="2361294"/>
              <a:ext cx="705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l-PL" sz="2400" b="1" dirty="0"/>
                <a:t>SCK</a:t>
              </a:r>
              <a:endParaRPr lang="en-US" sz="2400" b="1" dirty="0"/>
            </a:p>
          </p:txBody>
        </p:sp>
        <p:cxnSp>
          <p:nvCxnSpPr>
            <p:cNvPr id="413" name="Łącznik prosty 412">
              <a:extLst>
                <a:ext uri="{FF2B5EF4-FFF2-40B4-BE49-F238E27FC236}">
                  <a16:creationId xmlns:a16="http://schemas.microsoft.com/office/drawing/2014/main" id="{243EF78A-3ECA-DD49-A227-A7C0FF764D47}"/>
                </a:ext>
              </a:extLst>
            </p:cNvPr>
            <p:cNvCxnSpPr>
              <a:cxnSpLocks/>
            </p:cNvCxnSpPr>
            <p:nvPr/>
          </p:nvCxnSpPr>
          <p:spPr>
            <a:xfrm>
              <a:off x="969642" y="5049989"/>
              <a:ext cx="11124000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4" name="pole tekstowe 413">
              <a:extLst>
                <a:ext uri="{FF2B5EF4-FFF2-40B4-BE49-F238E27FC236}">
                  <a16:creationId xmlns:a16="http://schemas.microsoft.com/office/drawing/2014/main" id="{BEB5D213-087C-47EF-065A-9136692C492D}"/>
                </a:ext>
              </a:extLst>
            </p:cNvPr>
            <p:cNvSpPr txBox="1"/>
            <p:nvPr/>
          </p:nvSpPr>
          <p:spPr>
            <a:xfrm>
              <a:off x="101759" y="4789149"/>
              <a:ext cx="9724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l-PL" sz="2400" b="1" dirty="0"/>
                <a:t>MISO</a:t>
              </a:r>
              <a:endParaRPr lang="en-US" sz="2400" b="1" dirty="0"/>
            </a:p>
          </p:txBody>
        </p:sp>
        <p:sp>
          <p:nvSpPr>
            <p:cNvPr id="415" name="pole tekstowe 414">
              <a:extLst>
                <a:ext uri="{FF2B5EF4-FFF2-40B4-BE49-F238E27FC236}">
                  <a16:creationId xmlns:a16="http://schemas.microsoft.com/office/drawing/2014/main" id="{64B14315-D81B-37CE-151D-4ADF40B19644}"/>
                </a:ext>
              </a:extLst>
            </p:cNvPr>
            <p:cNvSpPr txBox="1"/>
            <p:nvPr/>
          </p:nvSpPr>
          <p:spPr>
            <a:xfrm>
              <a:off x="347551" y="1542990"/>
              <a:ext cx="9724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l-PL" sz="2400" b="1" dirty="0"/>
                <a:t>SS</a:t>
              </a:r>
              <a:endParaRPr lang="en-US" sz="2400" b="1" dirty="0"/>
            </a:p>
          </p:txBody>
        </p:sp>
        <p:cxnSp>
          <p:nvCxnSpPr>
            <p:cNvPr id="418" name="Łącznik prosty 417">
              <a:extLst>
                <a:ext uri="{FF2B5EF4-FFF2-40B4-BE49-F238E27FC236}">
                  <a16:creationId xmlns:a16="http://schemas.microsoft.com/office/drawing/2014/main" id="{D659D5CB-866E-9252-F5E6-C7B960B35577}"/>
                </a:ext>
              </a:extLst>
            </p:cNvPr>
            <p:cNvCxnSpPr>
              <a:cxnSpLocks/>
            </p:cNvCxnSpPr>
            <p:nvPr/>
          </p:nvCxnSpPr>
          <p:spPr>
            <a:xfrm>
              <a:off x="1235075" y="1588598"/>
              <a:ext cx="195296" cy="380748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Łącznik prosty 418">
              <a:extLst>
                <a:ext uri="{FF2B5EF4-FFF2-40B4-BE49-F238E27FC236}">
                  <a16:creationId xmlns:a16="http://schemas.microsoft.com/office/drawing/2014/main" id="{24AE2B98-4252-83B0-F180-5EACDBC1D517}"/>
                </a:ext>
              </a:extLst>
            </p:cNvPr>
            <p:cNvCxnSpPr>
              <a:cxnSpLocks/>
            </p:cNvCxnSpPr>
            <p:nvPr/>
          </p:nvCxnSpPr>
          <p:spPr>
            <a:xfrm>
              <a:off x="1404938" y="1961802"/>
              <a:ext cx="9396000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Łącznik prosty 422">
              <a:extLst>
                <a:ext uri="{FF2B5EF4-FFF2-40B4-BE49-F238E27FC236}">
                  <a16:creationId xmlns:a16="http://schemas.microsoft.com/office/drawing/2014/main" id="{E1602C20-7529-7EBC-0D22-324B2CEEEF79}"/>
                </a:ext>
              </a:extLst>
            </p:cNvPr>
            <p:cNvCxnSpPr>
              <a:cxnSpLocks/>
            </p:cNvCxnSpPr>
            <p:nvPr/>
          </p:nvCxnSpPr>
          <p:spPr>
            <a:xfrm>
              <a:off x="969642" y="1601182"/>
              <a:ext cx="301946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Łącznik prosty 427">
              <a:extLst>
                <a:ext uri="{FF2B5EF4-FFF2-40B4-BE49-F238E27FC236}">
                  <a16:creationId xmlns:a16="http://schemas.microsoft.com/office/drawing/2014/main" id="{E7E0FDD6-96FB-1963-9CC3-4ECF6468A2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9507" y="1588598"/>
              <a:ext cx="177417" cy="373204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Łącznik prosty 428">
              <a:extLst>
                <a:ext uri="{FF2B5EF4-FFF2-40B4-BE49-F238E27FC236}">
                  <a16:creationId xmlns:a16="http://schemas.microsoft.com/office/drawing/2014/main" id="{43F323ED-CB6A-D1DA-1665-2BE4C9CF2DDC}"/>
                </a:ext>
              </a:extLst>
            </p:cNvPr>
            <p:cNvCxnSpPr>
              <a:cxnSpLocks/>
            </p:cNvCxnSpPr>
            <p:nvPr/>
          </p:nvCxnSpPr>
          <p:spPr>
            <a:xfrm>
              <a:off x="10918634" y="1601182"/>
              <a:ext cx="1177822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5" name="pole tekstowe 434">
              <a:extLst>
                <a:ext uri="{FF2B5EF4-FFF2-40B4-BE49-F238E27FC236}">
                  <a16:creationId xmlns:a16="http://schemas.microsoft.com/office/drawing/2014/main" id="{5DDE6300-EE20-697A-E6FA-A9D979FE3768}"/>
                </a:ext>
              </a:extLst>
            </p:cNvPr>
            <p:cNvSpPr txBox="1"/>
            <p:nvPr/>
          </p:nvSpPr>
          <p:spPr>
            <a:xfrm>
              <a:off x="5590698" y="4558317"/>
              <a:ext cx="58771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l-PL" sz="2400" b="1" dirty="0"/>
                <a:t>Stan wysokiej impedancji</a:t>
              </a:r>
              <a:endParaRPr lang="en-US" sz="2400" b="1" dirty="0"/>
            </a:p>
          </p:txBody>
        </p:sp>
        <p:sp>
          <p:nvSpPr>
            <p:cNvPr id="436" name="pole tekstowe 435">
              <a:extLst>
                <a:ext uri="{FF2B5EF4-FFF2-40B4-BE49-F238E27FC236}">
                  <a16:creationId xmlns:a16="http://schemas.microsoft.com/office/drawing/2014/main" id="{BBD2EF4D-A9BD-AB03-3A95-90BBF7F689B9}"/>
                </a:ext>
              </a:extLst>
            </p:cNvPr>
            <p:cNvSpPr txBox="1"/>
            <p:nvPr/>
          </p:nvSpPr>
          <p:spPr>
            <a:xfrm>
              <a:off x="1983912" y="2777584"/>
              <a:ext cx="19473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l-PL" b="1" dirty="0"/>
                <a:t>Instrukcja (01h)</a:t>
              </a:r>
              <a:endParaRPr lang="en-US" b="1" dirty="0"/>
            </a:p>
          </p:txBody>
        </p:sp>
        <p:grpSp>
          <p:nvGrpSpPr>
            <p:cNvPr id="445" name="Grupa 444">
              <a:extLst>
                <a:ext uri="{FF2B5EF4-FFF2-40B4-BE49-F238E27FC236}">
                  <a16:creationId xmlns:a16="http://schemas.microsoft.com/office/drawing/2014/main" id="{0E051A6F-5D09-89C0-D4D4-3DDB212B5CD9}"/>
                </a:ext>
              </a:extLst>
            </p:cNvPr>
            <p:cNvGrpSpPr/>
            <p:nvPr/>
          </p:nvGrpSpPr>
          <p:grpSpPr>
            <a:xfrm>
              <a:off x="1851479" y="2811600"/>
              <a:ext cx="1911350" cy="301270"/>
              <a:chOff x="1851479" y="2811600"/>
              <a:chExt cx="1911350" cy="301270"/>
            </a:xfrm>
          </p:grpSpPr>
          <p:cxnSp>
            <p:nvCxnSpPr>
              <p:cNvPr id="439" name="Łącznik prosty 438">
                <a:extLst>
                  <a:ext uri="{FF2B5EF4-FFF2-40B4-BE49-F238E27FC236}">
                    <a16:creationId xmlns:a16="http://schemas.microsoft.com/office/drawing/2014/main" id="{3B6B6B06-F154-C940-52AC-012B2398CF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2829" y="2811629"/>
                <a:ext cx="0" cy="301241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1" name="Łącznik prosty 440">
                <a:extLst>
                  <a:ext uri="{FF2B5EF4-FFF2-40B4-BE49-F238E27FC236}">
                    <a16:creationId xmlns:a16="http://schemas.microsoft.com/office/drawing/2014/main" id="{543C5006-8EEF-00B4-F24B-C5CB9885C1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1479" y="2811600"/>
                <a:ext cx="0" cy="301241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3" name="Łącznik prosty ze strzałką 442">
                <a:extLst>
                  <a:ext uri="{FF2B5EF4-FFF2-40B4-BE49-F238E27FC236}">
                    <a16:creationId xmlns:a16="http://schemas.microsoft.com/office/drawing/2014/main" id="{4379B336-5D47-9DCE-E952-A4AA1E6A9843}"/>
                  </a:ext>
                </a:extLst>
              </p:cNvPr>
              <p:cNvCxnSpPr/>
              <p:nvPr/>
            </p:nvCxnSpPr>
            <p:spPr>
              <a:xfrm>
                <a:off x="3554412" y="2962250"/>
                <a:ext cx="17507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4" name="Łącznik prosty ze strzałką 443">
                <a:extLst>
                  <a:ext uri="{FF2B5EF4-FFF2-40B4-BE49-F238E27FC236}">
                    <a16:creationId xmlns:a16="http://schemas.microsoft.com/office/drawing/2014/main" id="{3C451C1C-86C9-374C-94E6-E897BA031613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861005" y="2962220"/>
                <a:ext cx="17507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46" name="Grupa 445">
              <a:extLst>
                <a:ext uri="{FF2B5EF4-FFF2-40B4-BE49-F238E27FC236}">
                  <a16:creationId xmlns:a16="http://schemas.microsoft.com/office/drawing/2014/main" id="{4105A294-A48E-129D-3580-E57B7BA9B42D}"/>
                </a:ext>
              </a:extLst>
            </p:cNvPr>
            <p:cNvGrpSpPr/>
            <p:nvPr/>
          </p:nvGrpSpPr>
          <p:grpSpPr>
            <a:xfrm>
              <a:off x="3804698" y="2809661"/>
              <a:ext cx="3580351" cy="301241"/>
              <a:chOff x="1859365" y="2811629"/>
              <a:chExt cx="1903464" cy="301241"/>
            </a:xfrm>
          </p:grpSpPr>
          <p:cxnSp>
            <p:nvCxnSpPr>
              <p:cNvPr id="447" name="Łącznik prosty 446">
                <a:extLst>
                  <a:ext uri="{FF2B5EF4-FFF2-40B4-BE49-F238E27FC236}">
                    <a16:creationId xmlns:a16="http://schemas.microsoft.com/office/drawing/2014/main" id="{C4FB1ECC-2D20-2460-36D8-4373E9613C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2829" y="2811629"/>
                <a:ext cx="0" cy="301241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9" name="Łącznik prosty ze strzałką 448">
                <a:extLst>
                  <a:ext uri="{FF2B5EF4-FFF2-40B4-BE49-F238E27FC236}">
                    <a16:creationId xmlns:a16="http://schemas.microsoft.com/office/drawing/2014/main" id="{A3210013-3048-12AE-374A-2D1BAC344B97}"/>
                  </a:ext>
                </a:extLst>
              </p:cNvPr>
              <p:cNvCxnSpPr/>
              <p:nvPr/>
            </p:nvCxnSpPr>
            <p:spPr>
              <a:xfrm>
                <a:off x="3559054" y="2964218"/>
                <a:ext cx="17507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0" name="Łącznik prosty ze strzałką 449">
                <a:extLst>
                  <a:ext uri="{FF2B5EF4-FFF2-40B4-BE49-F238E27FC236}">
                    <a16:creationId xmlns:a16="http://schemas.microsoft.com/office/drawing/2014/main" id="{1C0F59F0-B87C-A3CA-8A0B-B21D273203F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859365" y="2964218"/>
                <a:ext cx="17507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1" name="pole tekstowe 450">
              <a:extLst>
                <a:ext uri="{FF2B5EF4-FFF2-40B4-BE49-F238E27FC236}">
                  <a16:creationId xmlns:a16="http://schemas.microsoft.com/office/drawing/2014/main" id="{471CF29D-2170-5E43-86BD-863DEA4F80AA}"/>
                </a:ext>
              </a:extLst>
            </p:cNvPr>
            <p:cNvSpPr txBox="1"/>
            <p:nvPr/>
          </p:nvSpPr>
          <p:spPr>
            <a:xfrm>
              <a:off x="4510346" y="2784698"/>
              <a:ext cx="19473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l-PL" b="1" dirty="0"/>
                <a:t>Drugi bajt danych</a:t>
              </a:r>
              <a:endParaRPr lang="en-US" b="1" dirty="0"/>
            </a:p>
          </p:txBody>
        </p:sp>
        <p:grpSp>
          <p:nvGrpSpPr>
            <p:cNvPr id="453" name="Grupa 452">
              <a:extLst>
                <a:ext uri="{FF2B5EF4-FFF2-40B4-BE49-F238E27FC236}">
                  <a16:creationId xmlns:a16="http://schemas.microsoft.com/office/drawing/2014/main" id="{7585FE8C-EE9B-EC76-4CE3-3F361A558065}"/>
                </a:ext>
              </a:extLst>
            </p:cNvPr>
            <p:cNvGrpSpPr/>
            <p:nvPr/>
          </p:nvGrpSpPr>
          <p:grpSpPr>
            <a:xfrm>
              <a:off x="7439506" y="2809989"/>
              <a:ext cx="3608814" cy="301241"/>
              <a:chOff x="1891798" y="2811629"/>
              <a:chExt cx="1871031" cy="301241"/>
            </a:xfrm>
          </p:grpSpPr>
          <p:cxnSp>
            <p:nvCxnSpPr>
              <p:cNvPr id="454" name="Łącznik prosty 453">
                <a:extLst>
                  <a:ext uri="{FF2B5EF4-FFF2-40B4-BE49-F238E27FC236}">
                    <a16:creationId xmlns:a16="http://schemas.microsoft.com/office/drawing/2014/main" id="{27055E0A-5059-409C-C1CE-B0266717DF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2829" y="2811629"/>
                <a:ext cx="0" cy="301241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5" name="Łącznik prosty ze strzałką 454">
                <a:extLst>
                  <a:ext uri="{FF2B5EF4-FFF2-40B4-BE49-F238E27FC236}">
                    <a16:creationId xmlns:a16="http://schemas.microsoft.com/office/drawing/2014/main" id="{BB71CA9B-B641-3C10-1963-F5149A1C14F0}"/>
                  </a:ext>
                </a:extLst>
              </p:cNvPr>
              <p:cNvCxnSpPr/>
              <p:nvPr/>
            </p:nvCxnSpPr>
            <p:spPr>
              <a:xfrm>
                <a:off x="3558021" y="2962195"/>
                <a:ext cx="17507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6" name="Łącznik prosty ze strzałką 455">
                <a:extLst>
                  <a:ext uri="{FF2B5EF4-FFF2-40B4-BE49-F238E27FC236}">
                    <a16:creationId xmlns:a16="http://schemas.microsoft.com/office/drawing/2014/main" id="{9182D858-9D9F-8C1C-56BE-75B4C60A4BA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891798" y="2963890"/>
                <a:ext cx="17507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70" name="Łącznik prosty 469">
              <a:extLst>
                <a:ext uri="{FF2B5EF4-FFF2-40B4-BE49-F238E27FC236}">
                  <a16:creationId xmlns:a16="http://schemas.microsoft.com/office/drawing/2014/main" id="{63F99778-C534-00DA-78F1-0D5C0724BF00}"/>
                </a:ext>
              </a:extLst>
            </p:cNvPr>
            <p:cNvCxnSpPr>
              <a:cxnSpLocks/>
            </p:cNvCxnSpPr>
            <p:nvPr/>
          </p:nvCxnSpPr>
          <p:spPr>
            <a:xfrm>
              <a:off x="10800938" y="2354018"/>
              <a:ext cx="0" cy="402501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Łącznik prosty 470">
              <a:extLst>
                <a:ext uri="{FF2B5EF4-FFF2-40B4-BE49-F238E27FC236}">
                  <a16:creationId xmlns:a16="http://schemas.microsoft.com/office/drawing/2014/main" id="{D8EB9376-59E2-1F9A-C402-819D0DFCD7EF}"/>
                </a:ext>
              </a:extLst>
            </p:cNvPr>
            <p:cNvCxnSpPr>
              <a:cxnSpLocks/>
            </p:cNvCxnSpPr>
            <p:nvPr/>
          </p:nvCxnSpPr>
          <p:spPr>
            <a:xfrm>
              <a:off x="10779507" y="2382481"/>
              <a:ext cx="242961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Łącznik prosty 473">
              <a:extLst>
                <a:ext uri="{FF2B5EF4-FFF2-40B4-BE49-F238E27FC236}">
                  <a16:creationId xmlns:a16="http://schemas.microsoft.com/office/drawing/2014/main" id="{9186D2A9-663F-E31E-C2EA-BD2446163331}"/>
                </a:ext>
              </a:extLst>
            </p:cNvPr>
            <p:cNvCxnSpPr>
              <a:cxnSpLocks/>
            </p:cNvCxnSpPr>
            <p:nvPr/>
          </p:nvCxnSpPr>
          <p:spPr>
            <a:xfrm>
              <a:off x="11048323" y="2354017"/>
              <a:ext cx="0" cy="402501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8" name="pole tekstowe 477">
              <a:extLst>
                <a:ext uri="{FF2B5EF4-FFF2-40B4-BE49-F238E27FC236}">
                  <a16:creationId xmlns:a16="http://schemas.microsoft.com/office/drawing/2014/main" id="{83431295-6A83-6122-AF8E-08F0A0AFF898}"/>
                </a:ext>
              </a:extLst>
            </p:cNvPr>
            <p:cNvSpPr txBox="1"/>
            <p:nvPr/>
          </p:nvSpPr>
          <p:spPr>
            <a:xfrm>
              <a:off x="10693936" y="2004655"/>
              <a:ext cx="4493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23</a:t>
              </a:r>
              <a:endParaRPr lang="en-US" dirty="0"/>
            </a:p>
          </p:txBody>
        </p:sp>
        <p:sp>
          <p:nvSpPr>
            <p:cNvPr id="479" name="Sześciokąt 478">
              <a:extLst>
                <a:ext uri="{FF2B5EF4-FFF2-40B4-BE49-F238E27FC236}">
                  <a16:creationId xmlns:a16="http://schemas.microsoft.com/office/drawing/2014/main" id="{2FAD466F-AF6A-557C-D155-ED0B35D0FF0C}"/>
                </a:ext>
              </a:extLst>
            </p:cNvPr>
            <p:cNvSpPr/>
            <p:nvPr/>
          </p:nvSpPr>
          <p:spPr>
            <a:xfrm>
              <a:off x="10736376" y="3638135"/>
              <a:ext cx="441097" cy="412331"/>
            </a:xfrm>
            <a:prstGeom prst="hexagon">
              <a:avLst/>
            </a:prstGeom>
            <a:noFill/>
            <a:ln w="5715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l-PL" dirty="0">
                  <a:solidFill>
                    <a:schemeClr val="tx1"/>
                  </a:solidFill>
                </a:rPr>
                <a:t>8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5" name="pole tekstowe 484">
              <a:extLst>
                <a:ext uri="{FF2B5EF4-FFF2-40B4-BE49-F238E27FC236}">
                  <a16:creationId xmlns:a16="http://schemas.microsoft.com/office/drawing/2014/main" id="{A6B98E5F-AE39-842D-5FFC-E1721A5A800D}"/>
                </a:ext>
              </a:extLst>
            </p:cNvPr>
            <p:cNvSpPr txBox="1"/>
            <p:nvPr/>
          </p:nvSpPr>
          <p:spPr>
            <a:xfrm>
              <a:off x="8301580" y="2784698"/>
              <a:ext cx="24069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l-PL" b="1" dirty="0"/>
                <a:t>Pierwszy bajt danych</a:t>
              </a:r>
              <a:endParaRPr 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086693359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54</Words>
  <Application>Microsoft Office PowerPoint</Application>
  <PresentationFormat>Panoramiczny</PresentationFormat>
  <Paragraphs>45</Paragraphs>
  <Slides>1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Motyw pakietu Office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Rafał Ryske</dc:creator>
  <cp:lastModifiedBy>Rafał Ryske</cp:lastModifiedBy>
  <cp:revision>12</cp:revision>
  <dcterms:created xsi:type="dcterms:W3CDTF">2026-04-13T09:12:59Z</dcterms:created>
  <dcterms:modified xsi:type="dcterms:W3CDTF">2026-04-13T10:49:11Z</dcterms:modified>
</cp:coreProperties>
</file>